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7559675" cx="10691800"/>
  <p:notesSz cx="6858000" cy="9144000"/>
  <p:embeddedFontLst>
    <p:embeddedFont>
      <p:font typeface="Century Gothic"/>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81">
          <p15:clr>
            <a:srgbClr val="A4A3A4"/>
          </p15:clr>
        </p15:guide>
        <p15:guide id="2" pos="3368">
          <p15:clr>
            <a:srgbClr val="A4A3A4"/>
          </p15:clr>
        </p15:guide>
      </p15:sldGuideLst>
    </p:ext>
    <p:ext uri="GoogleSlidesCustomDataVersion2">
      <go:slidesCustomData xmlns:go="http://customooxmlschemas.google.com/" r:id="rId23" roundtripDataSignature="AMtx7mgTGHpmAaX1N5BdXbUw+MEXbOYU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C79A6A-0BEF-4C20-8C78-9A332B7A405E}">
  <a:tblStyle styleId="{76C79A6A-0BEF-4C20-8C78-9A332B7A405E}"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81" orient="horz"/>
        <p:guide pos="336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enturyGothic-bold.fntdata"/><Relationship Id="rId11" Type="http://schemas.openxmlformats.org/officeDocument/2006/relationships/slide" Target="slides/slide5.xml"/><Relationship Id="rId22" Type="http://schemas.openxmlformats.org/officeDocument/2006/relationships/font" Target="fonts/CenturyGothic-boldItalic.fntdata"/><Relationship Id="rId10" Type="http://schemas.openxmlformats.org/officeDocument/2006/relationships/slide" Target="slides/slide4.xml"/><Relationship Id="rId21" Type="http://schemas.openxmlformats.org/officeDocument/2006/relationships/font" Target="fonts/CenturyGothic-italic.fntdata"/><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CenturyGothic-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ja-JP"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 name="Google Shape;37;p8: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 name="Google Shape;45;p1: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 name="Google Shape;58;p18: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10: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19: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20: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21: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22: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23: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24: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25: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26:notes"/>
          <p:cNvSpPr/>
          <p:nvPr>
            <p:ph idx="2" type="sldImg"/>
          </p:nvPr>
        </p:nvSpPr>
        <p:spPr>
          <a:xfrm>
            <a:off x="1246188" y="1143000"/>
            <a:ext cx="43656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タイトル スライド">
  <p:cSld name="12_タイトル スライド">
    <p:spTree>
      <p:nvGrpSpPr>
        <p:cNvPr id="15" name="Shape 15"/>
        <p:cNvGrpSpPr/>
        <p:nvPr/>
      </p:nvGrpSpPr>
      <p:grpSpPr>
        <a:xfrm>
          <a:off x="0" y="0"/>
          <a:ext cx="0" cy="0"/>
          <a:chOff x="0" y="0"/>
          <a:chExt cx="0" cy="0"/>
        </a:xfrm>
      </p:grpSpPr>
      <p:sp>
        <p:nvSpPr>
          <p:cNvPr id="16" name="Google Shape;16;p16"/>
          <p:cNvSpPr/>
          <p:nvPr/>
        </p:nvSpPr>
        <p:spPr>
          <a:xfrm>
            <a:off x="0" y="0"/>
            <a:ext cx="10693400" cy="733425"/>
          </a:xfrm>
          <a:prstGeom prst="rect">
            <a:avLst/>
          </a:prstGeom>
          <a:solidFill>
            <a:srgbClr val="FFC3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7" name="Google Shape;17;p16"/>
          <p:cNvSpPr/>
          <p:nvPr/>
        </p:nvSpPr>
        <p:spPr>
          <a:xfrm>
            <a:off x="0" y="348713"/>
            <a:ext cx="288000" cy="36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8" name="Google Shape;18;p16"/>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ja-JP"/>
              <a:t>‹#›</a:t>
            </a:fld>
            <a:endParaRPr/>
          </a:p>
        </p:txBody>
      </p:sp>
      <p:pic>
        <p:nvPicPr>
          <p:cNvPr id="19" name="Google Shape;19;p16"/>
          <p:cNvPicPr preferRelativeResize="0"/>
          <p:nvPr/>
        </p:nvPicPr>
        <p:blipFill rotWithShape="1">
          <a:blip r:embed="rId2">
            <a:alphaModFix/>
          </a:blip>
          <a:srcRect b="0" l="0" r="0" t="0"/>
          <a:stretch/>
        </p:blipFill>
        <p:spPr>
          <a:xfrm>
            <a:off x="9218347" y="89421"/>
            <a:ext cx="1235396" cy="518583"/>
          </a:xfrm>
          <a:prstGeom prst="rect">
            <a:avLst/>
          </a:prstGeom>
          <a:noFill/>
          <a:ln>
            <a:noFill/>
          </a:ln>
        </p:spPr>
      </p:pic>
    </p:spTree>
  </p:cSld>
  <p:clrMapOvr>
    <a:masterClrMapping/>
  </p:clrMapOvr>
  <p:extLst>
    <p:ext uri="{DCECCB84-F9BA-43D5-87BE-67443E8EF086}">
      <p15:sldGuideLst>
        <p15:guide id="1" orient="horz" pos="2381">
          <p15:clr>
            <a:srgbClr val="FBAE40"/>
          </p15:clr>
        </p15:guide>
        <p15:guide id="2" pos="336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タイトル スライド">
  <p:cSld name="2_タイトル スライド">
    <p:spTree>
      <p:nvGrpSpPr>
        <p:cNvPr id="20" name="Shape 20"/>
        <p:cNvGrpSpPr/>
        <p:nvPr/>
      </p:nvGrpSpPr>
      <p:grpSpPr>
        <a:xfrm>
          <a:off x="0" y="0"/>
          <a:ext cx="0" cy="0"/>
          <a:chOff x="0" y="0"/>
          <a:chExt cx="0" cy="0"/>
        </a:xfrm>
      </p:grpSpPr>
      <p:sp>
        <p:nvSpPr>
          <p:cNvPr id="21" name="Google Shape;21;p15"/>
          <p:cNvSpPr txBox="1"/>
          <p:nvPr>
            <p:ph type="ctrTitle"/>
          </p:nvPr>
        </p:nvSpPr>
        <p:spPr>
          <a:xfrm>
            <a:off x="1080000" y="900000"/>
            <a:ext cx="6120000" cy="540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Century Gothic"/>
              <a:buNone/>
              <a:defRPr b="1"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5"/>
          <p:cNvSpPr txBox="1"/>
          <p:nvPr>
            <p:ph idx="1" type="body"/>
          </p:nvPr>
        </p:nvSpPr>
        <p:spPr>
          <a:xfrm>
            <a:off x="1260000" y="2810208"/>
            <a:ext cx="8405906" cy="2019624"/>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000"/>
              <a:buFont typeface="Arial"/>
              <a:buNone/>
              <a:defRPr sz="10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3" name="Google Shape;23;p15"/>
          <p:cNvSpPr txBox="1"/>
          <p:nvPr>
            <p:ph idx="2" type="body"/>
          </p:nvPr>
        </p:nvSpPr>
        <p:spPr>
          <a:xfrm>
            <a:off x="1260000" y="2376000"/>
            <a:ext cx="8405906" cy="260452"/>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400"/>
              <a:buFont typeface="Arial"/>
              <a:buNone/>
              <a:defRPr b="1" sz="14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4" name="Google Shape;24;p15"/>
          <p:cNvSpPr txBox="1"/>
          <p:nvPr>
            <p:ph idx="3" type="body"/>
          </p:nvPr>
        </p:nvSpPr>
        <p:spPr>
          <a:xfrm>
            <a:off x="1260000" y="5700552"/>
            <a:ext cx="8405906" cy="765010"/>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000"/>
              <a:buFont typeface="Arial"/>
              <a:buNone/>
              <a:defRPr sz="10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5" name="Google Shape;25;p15"/>
          <p:cNvSpPr txBox="1"/>
          <p:nvPr>
            <p:ph idx="4" type="body"/>
          </p:nvPr>
        </p:nvSpPr>
        <p:spPr>
          <a:xfrm>
            <a:off x="1260000" y="5266344"/>
            <a:ext cx="8405906" cy="260452"/>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400"/>
              <a:buFont typeface="Arial"/>
              <a:buNone/>
              <a:defRPr b="1" sz="14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26" name="Google Shape;26;p15"/>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ja-JP"/>
              <a:t>‹#›</a:t>
            </a:fld>
            <a:endParaRPr/>
          </a:p>
        </p:txBody>
      </p:sp>
    </p:spTree>
  </p:cSld>
  <p:clrMapOvr>
    <a:masterClrMapping/>
  </p:clrMapOvr>
  <p:extLst>
    <p:ext uri="{DCECCB84-F9BA-43D5-87BE-67443E8EF086}">
      <p15:sldGuideLst>
        <p15:guide id="1" orient="horz" pos="2381">
          <p15:clr>
            <a:srgbClr val="FBAE40"/>
          </p15:clr>
        </p15:guide>
        <p15:guide id="2" pos="336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タイトル スライド">
  <p:cSld name="1_タイトル スライド">
    <p:spTree>
      <p:nvGrpSpPr>
        <p:cNvPr id="27" name="Shape 27"/>
        <p:cNvGrpSpPr/>
        <p:nvPr/>
      </p:nvGrpSpPr>
      <p:grpSpPr>
        <a:xfrm>
          <a:off x="0" y="0"/>
          <a:ext cx="0" cy="0"/>
          <a:chOff x="0" y="0"/>
          <a:chExt cx="0" cy="0"/>
        </a:xfrm>
      </p:grpSpPr>
      <p:sp>
        <p:nvSpPr>
          <p:cNvPr id="28" name="Google Shape;28;p17"/>
          <p:cNvSpPr/>
          <p:nvPr/>
        </p:nvSpPr>
        <p:spPr>
          <a:xfrm>
            <a:off x="-887" y="0"/>
            <a:ext cx="5346000" cy="7559675"/>
          </a:xfrm>
          <a:prstGeom prst="rect">
            <a:avLst/>
          </a:prstGeom>
          <a:solidFill>
            <a:srgbClr val="FFC3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entury Gothic"/>
              <a:ea typeface="Century Gothic"/>
              <a:cs typeface="Century Gothic"/>
              <a:sym typeface="Century Gothic"/>
            </a:endParaRPr>
          </a:p>
        </p:txBody>
      </p:sp>
      <p:sp>
        <p:nvSpPr>
          <p:cNvPr id="29" name="Google Shape;29;p17"/>
          <p:cNvSpPr txBox="1"/>
          <p:nvPr>
            <p:ph type="ctrTitle"/>
          </p:nvPr>
        </p:nvSpPr>
        <p:spPr>
          <a:xfrm>
            <a:off x="6048000" y="1800000"/>
            <a:ext cx="4009336" cy="1315503"/>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4500"/>
              <a:buFont typeface="Century Gothic"/>
              <a:buNone/>
              <a:defRPr b="1"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 type="subTitle"/>
          </p:nvPr>
        </p:nvSpPr>
        <p:spPr>
          <a:xfrm>
            <a:off x="6048000" y="4444172"/>
            <a:ext cx="4009336" cy="315670"/>
          </a:xfrm>
          <a:prstGeom prst="rect">
            <a:avLst/>
          </a:prstGeom>
          <a:noFill/>
          <a:ln>
            <a:noFill/>
          </a:ln>
        </p:spPr>
        <p:txBody>
          <a:bodyPr anchorCtr="0" anchor="t" bIns="0" lIns="0" spcFirstLastPara="1" rIns="0" wrap="square" tIns="0">
            <a:normAutofit/>
          </a:bodyPr>
          <a:lstStyle>
            <a:lvl1pPr lvl="0" algn="l">
              <a:lnSpc>
                <a:spcPct val="90000"/>
              </a:lnSpc>
              <a:spcBef>
                <a:spcPts val="1102"/>
              </a:spcBef>
              <a:spcAft>
                <a:spcPts val="0"/>
              </a:spcAft>
              <a:buClr>
                <a:schemeClr val="dk1"/>
              </a:buClr>
              <a:buSzPts val="1400"/>
              <a:buNone/>
              <a:defRPr b="1" sz="1400"/>
            </a:lvl1pPr>
            <a:lvl2pPr lvl="1" algn="ctr">
              <a:lnSpc>
                <a:spcPct val="90000"/>
              </a:lnSpc>
              <a:spcBef>
                <a:spcPts val="551"/>
              </a:spcBef>
              <a:spcAft>
                <a:spcPts val="0"/>
              </a:spcAft>
              <a:buClr>
                <a:schemeClr val="dk1"/>
              </a:buClr>
              <a:buSzPts val="2205"/>
              <a:buNone/>
              <a:defRPr sz="2205"/>
            </a:lvl2pPr>
            <a:lvl3pPr lvl="2" algn="ctr">
              <a:lnSpc>
                <a:spcPct val="90000"/>
              </a:lnSpc>
              <a:spcBef>
                <a:spcPts val="551"/>
              </a:spcBef>
              <a:spcAft>
                <a:spcPts val="0"/>
              </a:spcAft>
              <a:buClr>
                <a:schemeClr val="dk1"/>
              </a:buClr>
              <a:buSzPts val="1984"/>
              <a:buNone/>
              <a:defRPr sz="1984"/>
            </a:lvl3pPr>
            <a:lvl4pPr lvl="3" algn="ctr">
              <a:lnSpc>
                <a:spcPct val="90000"/>
              </a:lnSpc>
              <a:spcBef>
                <a:spcPts val="551"/>
              </a:spcBef>
              <a:spcAft>
                <a:spcPts val="0"/>
              </a:spcAft>
              <a:buClr>
                <a:schemeClr val="dk1"/>
              </a:buClr>
              <a:buSzPts val="1764"/>
              <a:buNone/>
              <a:defRPr sz="1764"/>
            </a:lvl4pPr>
            <a:lvl5pPr lvl="4" algn="ctr">
              <a:lnSpc>
                <a:spcPct val="90000"/>
              </a:lnSpc>
              <a:spcBef>
                <a:spcPts val="551"/>
              </a:spcBef>
              <a:spcAft>
                <a:spcPts val="0"/>
              </a:spcAft>
              <a:buClr>
                <a:schemeClr val="dk1"/>
              </a:buClr>
              <a:buSzPts val="1764"/>
              <a:buNone/>
              <a:defRPr sz="1764"/>
            </a:lvl5pPr>
            <a:lvl6pPr lvl="5" algn="ctr">
              <a:lnSpc>
                <a:spcPct val="90000"/>
              </a:lnSpc>
              <a:spcBef>
                <a:spcPts val="551"/>
              </a:spcBef>
              <a:spcAft>
                <a:spcPts val="0"/>
              </a:spcAft>
              <a:buClr>
                <a:schemeClr val="dk1"/>
              </a:buClr>
              <a:buSzPts val="1764"/>
              <a:buNone/>
              <a:defRPr sz="1764"/>
            </a:lvl6pPr>
            <a:lvl7pPr lvl="6" algn="ctr">
              <a:lnSpc>
                <a:spcPct val="90000"/>
              </a:lnSpc>
              <a:spcBef>
                <a:spcPts val="551"/>
              </a:spcBef>
              <a:spcAft>
                <a:spcPts val="0"/>
              </a:spcAft>
              <a:buClr>
                <a:schemeClr val="dk1"/>
              </a:buClr>
              <a:buSzPts val="1764"/>
              <a:buNone/>
              <a:defRPr sz="1764"/>
            </a:lvl7pPr>
            <a:lvl8pPr lvl="7" algn="ctr">
              <a:lnSpc>
                <a:spcPct val="90000"/>
              </a:lnSpc>
              <a:spcBef>
                <a:spcPts val="551"/>
              </a:spcBef>
              <a:spcAft>
                <a:spcPts val="0"/>
              </a:spcAft>
              <a:buClr>
                <a:schemeClr val="dk1"/>
              </a:buClr>
              <a:buSzPts val="1764"/>
              <a:buNone/>
              <a:defRPr sz="1764"/>
            </a:lvl8pPr>
            <a:lvl9pPr lvl="8" algn="ctr">
              <a:lnSpc>
                <a:spcPct val="90000"/>
              </a:lnSpc>
              <a:spcBef>
                <a:spcPts val="551"/>
              </a:spcBef>
              <a:spcAft>
                <a:spcPts val="0"/>
              </a:spcAft>
              <a:buClr>
                <a:schemeClr val="dk1"/>
              </a:buClr>
              <a:buSzPts val="1764"/>
              <a:buNone/>
              <a:defRPr sz="1764"/>
            </a:lvl9pPr>
          </a:lstStyle>
          <a:p/>
        </p:txBody>
      </p:sp>
      <p:sp>
        <p:nvSpPr>
          <p:cNvPr id="31" name="Google Shape;31;p17"/>
          <p:cNvSpPr/>
          <p:nvPr>
            <p:ph idx="2" type="pic"/>
          </p:nvPr>
        </p:nvSpPr>
        <p:spPr>
          <a:xfrm flipH="1">
            <a:off x="5345113" y="0"/>
            <a:ext cx="5345113" cy="7559675"/>
          </a:xfrm>
          <a:prstGeom prst="snip1Rect">
            <a:avLst>
              <a:gd fmla="val 0" name="adj"/>
            </a:avLst>
          </a:prstGeom>
          <a:noFill/>
          <a:ln>
            <a:noFill/>
          </a:ln>
        </p:spPr>
      </p:sp>
      <p:sp>
        <p:nvSpPr>
          <p:cNvPr id="32" name="Google Shape;32;p17"/>
          <p:cNvSpPr txBox="1"/>
          <p:nvPr>
            <p:ph idx="3" type="body"/>
          </p:nvPr>
        </p:nvSpPr>
        <p:spPr>
          <a:xfrm>
            <a:off x="6047300" y="4759325"/>
            <a:ext cx="4009513" cy="1000125"/>
          </a:xfrm>
          <a:prstGeom prst="rect">
            <a:avLst/>
          </a:prstGeom>
          <a:noFill/>
          <a:ln>
            <a:noFill/>
          </a:ln>
        </p:spPr>
        <p:txBody>
          <a:bodyPr anchorCtr="0" anchor="t" bIns="0" lIns="0" spcFirstLastPara="1" rIns="0" wrap="square" tIns="0">
            <a:noAutofit/>
          </a:bodyPr>
          <a:lstStyle>
            <a:lvl1pPr indent="-228600" lvl="0" marL="457200" marR="0" algn="l">
              <a:lnSpc>
                <a:spcPct val="130000"/>
              </a:lnSpc>
              <a:spcBef>
                <a:spcPts val="1102"/>
              </a:spcBef>
              <a:spcAft>
                <a:spcPts val="0"/>
              </a:spcAft>
              <a:buClr>
                <a:schemeClr val="dk1"/>
              </a:buClr>
              <a:buSzPts val="1000"/>
              <a:buFont typeface="Arial"/>
              <a:buNone/>
              <a:defRPr sz="1000">
                <a:latin typeface="Century Gothic"/>
                <a:ea typeface="Century Gothic"/>
                <a:cs typeface="Century Gothic"/>
                <a:sym typeface="Century Gothic"/>
              </a:defRPr>
            </a:lvl1pPr>
            <a:lvl2pPr indent="-292100" lvl="1" marL="9144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2pPr>
            <a:lvl3pPr indent="-292100" lvl="2" marL="13716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3pPr>
            <a:lvl4pPr indent="-292100" lvl="3" marL="18288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4pPr>
            <a:lvl5pPr indent="-292100" lvl="4" marL="2286000" algn="l">
              <a:lnSpc>
                <a:spcPct val="90000"/>
              </a:lnSpc>
              <a:spcBef>
                <a:spcPts val="551"/>
              </a:spcBef>
              <a:spcAft>
                <a:spcPts val="0"/>
              </a:spcAft>
              <a:buClr>
                <a:schemeClr val="dk1"/>
              </a:buClr>
              <a:buSzPts val="1000"/>
              <a:buChar char="•"/>
              <a:defRPr sz="1000">
                <a:latin typeface="Century Gothic"/>
                <a:ea typeface="Century Gothic"/>
                <a:cs typeface="Century Gothic"/>
                <a:sym typeface="Century Gothic"/>
              </a:defRPr>
            </a:lvl5pPr>
            <a:lvl6pPr indent="-342900" lvl="5" marL="2743200" algn="l">
              <a:lnSpc>
                <a:spcPct val="90000"/>
              </a:lnSpc>
              <a:spcBef>
                <a:spcPts val="551"/>
              </a:spcBef>
              <a:spcAft>
                <a:spcPts val="0"/>
              </a:spcAft>
              <a:buClr>
                <a:schemeClr val="dk1"/>
              </a:buClr>
              <a:buSzPts val="1800"/>
              <a:buChar char="•"/>
              <a:defRPr/>
            </a:lvl6pPr>
            <a:lvl7pPr indent="-342900" lvl="6" marL="3200400" algn="l">
              <a:lnSpc>
                <a:spcPct val="90000"/>
              </a:lnSpc>
              <a:spcBef>
                <a:spcPts val="551"/>
              </a:spcBef>
              <a:spcAft>
                <a:spcPts val="0"/>
              </a:spcAft>
              <a:buClr>
                <a:schemeClr val="dk1"/>
              </a:buClr>
              <a:buSzPts val="1800"/>
              <a:buChar char="•"/>
              <a:defRPr/>
            </a:lvl7pPr>
            <a:lvl8pPr indent="-342900" lvl="7" marL="3657600" algn="l">
              <a:lnSpc>
                <a:spcPct val="90000"/>
              </a:lnSpc>
              <a:spcBef>
                <a:spcPts val="551"/>
              </a:spcBef>
              <a:spcAft>
                <a:spcPts val="0"/>
              </a:spcAft>
              <a:buClr>
                <a:schemeClr val="dk1"/>
              </a:buClr>
              <a:buSzPts val="1800"/>
              <a:buChar char="•"/>
              <a:defRPr/>
            </a:lvl8pPr>
            <a:lvl9pPr indent="-342900" lvl="8" marL="4114800" algn="l">
              <a:lnSpc>
                <a:spcPct val="90000"/>
              </a:lnSpc>
              <a:spcBef>
                <a:spcPts val="551"/>
              </a:spcBef>
              <a:spcAft>
                <a:spcPts val="0"/>
              </a:spcAft>
              <a:buClr>
                <a:schemeClr val="dk1"/>
              </a:buClr>
              <a:buSzPts val="1800"/>
              <a:buChar char="•"/>
              <a:defRPr/>
            </a:lvl9pPr>
          </a:lstStyle>
          <a:p/>
        </p:txBody>
      </p:sp>
      <p:sp>
        <p:nvSpPr>
          <p:cNvPr id="33" name="Google Shape;33;p17"/>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700"/>
              <a:buFont typeface="Arial"/>
              <a:buNone/>
              <a:defRPr b="0" i="0" sz="700" u="sng" cap="none" strike="noStrike">
                <a:solidFill>
                  <a:srgbClr val="3F3F3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ja-JP"/>
              <a:t>‹#›</a:t>
            </a:fld>
            <a:endParaRPr/>
          </a:p>
        </p:txBody>
      </p:sp>
      <p:sp>
        <p:nvSpPr>
          <p:cNvPr id="34" name="Google Shape;34;p17"/>
          <p:cNvSpPr txBox="1"/>
          <p:nvPr/>
        </p:nvSpPr>
        <p:spPr>
          <a:xfrm>
            <a:off x="6822769" y="7331537"/>
            <a:ext cx="3667671" cy="10772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00"/>
              <a:buFont typeface="Arial"/>
              <a:buNone/>
            </a:pPr>
            <a:r>
              <a:rPr b="0" i="0" lang="ja-JP" sz="700" u="none" cap="none" strike="noStrike">
                <a:solidFill>
                  <a:srgbClr val="3F3F3F"/>
                </a:solidFill>
                <a:latin typeface="Arial"/>
                <a:ea typeface="Arial"/>
                <a:cs typeface="Arial"/>
                <a:sym typeface="Arial"/>
              </a:rPr>
              <a:t>Ⓒ Digital learning experience / HAKUHODO  Inc, All  Rights  Reserved. | CONFIDENTIAL</a:t>
            </a:r>
            <a:endParaRPr b="0" i="0" sz="700" u="none" cap="none" strike="noStrike">
              <a:solidFill>
                <a:srgbClr val="3F3F3F"/>
              </a:solidFill>
              <a:latin typeface="Arial"/>
              <a:ea typeface="Arial"/>
              <a:cs typeface="Arial"/>
              <a:sym typeface="Arial"/>
            </a:endParaRPr>
          </a:p>
        </p:txBody>
      </p:sp>
    </p:spTree>
  </p:cSld>
  <p:clrMapOvr>
    <a:masterClrMapping/>
  </p:clrMapOvr>
  <p:extLst>
    <p:ext uri="{DCECCB84-F9BA-43D5-87BE-67443E8EF086}">
      <p15:sldGuideLst>
        <p15:guide id="1" orient="horz" pos="2381">
          <p15:clr>
            <a:srgbClr val="FBAE40"/>
          </p15:clr>
        </p15:guide>
        <p15:guide id="2" pos="3367">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735062" y="402484"/>
            <a:ext cx="9221689" cy="146118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850"/>
              <a:buFont typeface="Century Gothic"/>
              <a:buNone/>
              <a:defRPr b="0" i="0" sz="485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735062" y="2012414"/>
            <a:ext cx="9221689" cy="4796544"/>
          </a:xfrm>
          <a:prstGeom prst="rect">
            <a:avLst/>
          </a:prstGeom>
          <a:noFill/>
          <a:ln>
            <a:noFill/>
          </a:ln>
        </p:spPr>
        <p:txBody>
          <a:bodyPr anchorCtr="0" anchor="t" bIns="45700" lIns="91425" spcFirstLastPara="1" rIns="91425" wrap="square" tIns="45700">
            <a:normAutofit/>
          </a:bodyPr>
          <a:lstStyle>
            <a:lvl1pPr indent="-424561" lvl="0" marL="457200" marR="0" rtl="0" algn="l">
              <a:lnSpc>
                <a:spcPct val="90000"/>
              </a:lnSpc>
              <a:spcBef>
                <a:spcPts val="1102"/>
              </a:spcBef>
              <a:spcAft>
                <a:spcPts val="0"/>
              </a:spcAft>
              <a:buClr>
                <a:schemeClr val="dk1"/>
              </a:buClr>
              <a:buSzPts val="3086"/>
              <a:buFont typeface="Arial"/>
              <a:buChar char="•"/>
              <a:defRPr b="0" i="0" sz="3086" u="none" cap="none" strike="noStrike">
                <a:solidFill>
                  <a:schemeClr val="dk1"/>
                </a:solidFill>
                <a:latin typeface="Century Gothic"/>
                <a:ea typeface="Century Gothic"/>
                <a:cs typeface="Century Gothic"/>
                <a:sym typeface="Century Gothic"/>
              </a:defRPr>
            </a:lvl1pPr>
            <a:lvl2pPr indent="-396621" lvl="1" marL="914400" marR="0" rtl="0" algn="l">
              <a:lnSpc>
                <a:spcPct val="90000"/>
              </a:lnSpc>
              <a:spcBef>
                <a:spcPts val="551"/>
              </a:spcBef>
              <a:spcAft>
                <a:spcPts val="0"/>
              </a:spcAft>
              <a:buClr>
                <a:schemeClr val="dk1"/>
              </a:buClr>
              <a:buSzPts val="2646"/>
              <a:buFont typeface="Arial"/>
              <a:buChar char="•"/>
              <a:defRPr b="0" i="0" sz="2646" u="none" cap="none" strike="noStrike">
                <a:solidFill>
                  <a:schemeClr val="dk1"/>
                </a:solidFill>
                <a:latin typeface="Century Gothic"/>
                <a:ea typeface="Century Gothic"/>
                <a:cs typeface="Century Gothic"/>
                <a:sym typeface="Century Gothic"/>
              </a:defRPr>
            </a:lvl2pPr>
            <a:lvl3pPr indent="-368618" lvl="2" marL="1371600" marR="0" rtl="0" algn="l">
              <a:lnSpc>
                <a:spcPct val="90000"/>
              </a:lnSpc>
              <a:spcBef>
                <a:spcPts val="551"/>
              </a:spcBef>
              <a:spcAft>
                <a:spcPts val="0"/>
              </a:spcAft>
              <a:buClr>
                <a:schemeClr val="dk1"/>
              </a:buClr>
              <a:buSzPts val="2205"/>
              <a:buFont typeface="Arial"/>
              <a:buChar char="•"/>
              <a:defRPr b="0" i="0" sz="2205" u="none" cap="none" strike="noStrike">
                <a:solidFill>
                  <a:schemeClr val="dk1"/>
                </a:solidFill>
                <a:latin typeface="Century Gothic"/>
                <a:ea typeface="Century Gothic"/>
                <a:cs typeface="Century Gothic"/>
                <a:sym typeface="Century Gothic"/>
              </a:defRPr>
            </a:lvl3pPr>
            <a:lvl4pPr indent="-354584" lvl="3" marL="18288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4pPr>
            <a:lvl5pPr indent="-354584" lvl="4" marL="22860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5pPr>
            <a:lvl6pPr indent="-354584" lvl="5" marL="27432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6pPr>
            <a:lvl7pPr indent="-354584" lvl="6" marL="32004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7pPr>
            <a:lvl8pPr indent="-354584" lvl="7" marL="36576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8pPr>
            <a:lvl9pPr indent="-354584" lvl="8" marL="4114800" marR="0" rtl="0" algn="l">
              <a:lnSpc>
                <a:spcPct val="90000"/>
              </a:lnSpc>
              <a:spcBef>
                <a:spcPts val="551"/>
              </a:spcBef>
              <a:spcAft>
                <a:spcPts val="0"/>
              </a:spcAft>
              <a:buClr>
                <a:schemeClr val="dk1"/>
              </a:buClr>
              <a:buSzPts val="1984"/>
              <a:buFont typeface="Arial"/>
              <a:buChar char="•"/>
              <a:defRPr b="0" i="0" sz="1984" u="none" cap="none" strike="noStrike">
                <a:solidFill>
                  <a:schemeClr val="dk1"/>
                </a:solidFill>
                <a:latin typeface="Century Gothic"/>
                <a:ea typeface="Century Gothic"/>
                <a:cs typeface="Century Gothic"/>
                <a:sym typeface="Century Gothic"/>
              </a:defRPr>
            </a:lvl9pPr>
          </a:lstStyle>
          <a:p/>
        </p:txBody>
      </p:sp>
      <p:sp>
        <p:nvSpPr>
          <p:cNvPr id="12" name="Google Shape;12;p14"/>
          <p:cNvSpPr txBox="1"/>
          <p:nvPr>
            <p:ph idx="10" type="dt"/>
          </p:nvPr>
        </p:nvSpPr>
        <p:spPr>
          <a:xfrm>
            <a:off x="735062" y="7006700"/>
            <a:ext cx="2405658" cy="40248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23"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3" name="Google Shape;13;p14"/>
          <p:cNvSpPr txBox="1"/>
          <p:nvPr>
            <p:ph idx="11" type="ftr"/>
          </p:nvPr>
        </p:nvSpPr>
        <p:spPr>
          <a:xfrm>
            <a:off x="3541663" y="7006700"/>
            <a:ext cx="3608487" cy="40248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323"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4" name="Google Shape;14;p14"/>
          <p:cNvSpPr txBox="1"/>
          <p:nvPr>
            <p:ph idx="12" type="sldNum"/>
          </p:nvPr>
        </p:nvSpPr>
        <p:spPr>
          <a:xfrm>
            <a:off x="7551093" y="7006700"/>
            <a:ext cx="2405658" cy="402483"/>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323"/>
              <a:buFont typeface="Arial"/>
              <a:buNone/>
              <a:defRPr b="0" i="0" sz="1323"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ja-JP"/>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8"/>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
        <p:nvSpPr>
          <p:cNvPr id="40" name="Google Shape;40;p8"/>
          <p:cNvSpPr txBox="1"/>
          <p:nvPr/>
        </p:nvSpPr>
        <p:spPr>
          <a:xfrm>
            <a:off x="393700" y="276225"/>
            <a:ext cx="3221355" cy="257763"/>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600"/>
              <a:buFont typeface="Arial"/>
              <a:buNone/>
            </a:pPr>
            <a:r>
              <a:rPr b="1" i="0" lang="ja-JP" sz="1600" u="none" cap="none" strike="noStrike">
                <a:solidFill>
                  <a:schemeClr val="dk1"/>
                </a:solidFill>
                <a:latin typeface="Meiryo"/>
                <a:ea typeface="Meiryo"/>
                <a:cs typeface="Meiryo"/>
                <a:sym typeface="Meiryo"/>
              </a:rPr>
              <a:t>応募についての留意事項</a:t>
            </a:r>
            <a:endParaRPr b="1" i="0" sz="1600" u="none" cap="none" strike="noStrike">
              <a:solidFill>
                <a:schemeClr val="dk1"/>
              </a:solidFill>
              <a:latin typeface="Meiryo"/>
              <a:ea typeface="Meiryo"/>
              <a:cs typeface="Meiryo"/>
              <a:sym typeface="Meiryo"/>
            </a:endParaRPr>
          </a:p>
        </p:txBody>
      </p:sp>
      <p:sp>
        <p:nvSpPr>
          <p:cNvPr id="41" name="Google Shape;41;p8"/>
          <p:cNvSpPr txBox="1"/>
          <p:nvPr/>
        </p:nvSpPr>
        <p:spPr>
          <a:xfrm>
            <a:off x="280874" y="1748552"/>
            <a:ext cx="10130100" cy="43752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50000"/>
              </a:lnSpc>
              <a:spcBef>
                <a:spcPts val="0"/>
              </a:spcBef>
              <a:spcAft>
                <a:spcPts val="0"/>
              </a:spcAft>
              <a:buClr>
                <a:srgbClr val="000000"/>
              </a:buClr>
              <a:buSzPts val="1050"/>
              <a:buFont typeface="Noto Sans Symbols"/>
              <a:buChar char="■"/>
            </a:pPr>
            <a:r>
              <a:rPr b="0" i="0" lang="ja-JP" sz="1050" u="none" cap="none" strike="noStrike">
                <a:solidFill>
                  <a:schemeClr val="dk1"/>
                </a:solidFill>
                <a:latin typeface="Meiryo"/>
                <a:ea typeface="Meiryo"/>
                <a:cs typeface="Meiryo"/>
                <a:sym typeface="Meiryo"/>
              </a:rPr>
              <a:t>募集内容</a:t>
            </a:r>
            <a:endParaRPr b="0" i="0" sz="1050" u="none" cap="none" strike="noStrike">
              <a:solidFill>
                <a:schemeClr val="dk1"/>
              </a:solidFill>
              <a:latin typeface="Meiryo"/>
              <a:ea typeface="Meiryo"/>
              <a:cs typeface="Meiryo"/>
              <a:sym typeface="Meiryo"/>
            </a:endParaRPr>
          </a:p>
          <a:p>
            <a:pPr indent="0" lvl="0" marL="0" marR="0" rtl="0" algn="l">
              <a:lnSpc>
                <a:spcPct val="150000"/>
              </a:lnSpc>
              <a:spcBef>
                <a:spcPts val="0"/>
              </a:spcBef>
              <a:spcAft>
                <a:spcPts val="0"/>
              </a:spcAft>
              <a:buNone/>
            </a:pPr>
            <a:r>
              <a:rPr b="0" i="0" lang="ja-JP" sz="1050" u="none" cap="none" strike="noStrike">
                <a:solidFill>
                  <a:schemeClr val="dk1"/>
                </a:solidFill>
                <a:latin typeface="Meiryo"/>
                <a:ea typeface="Meiryo"/>
                <a:cs typeface="Meiryo"/>
                <a:sym typeface="Meiryo"/>
              </a:rPr>
              <a:t>「暮らしや学校をより良くする(DXする)」をテーマに、生徒・学生などが授業、部活動、または個人の活動を通して培った力を生かして制作した、デジタル技術を活用した作品(アイデアまたはプロダクト)を募集します。自分たちの暮らしや身の回りにある課題や困りごとを発見し、その解決に向けたアイデアを考案するとともに、デジタルの力を用いてその解決策を「カタチ」にし、創造力を発揮して、ユニークで実現可能な作品を制作・発表してください。</a:t>
            </a:r>
            <a:endParaRPr b="0" i="0" sz="1050" u="none" cap="none" strike="noStrike">
              <a:solidFill>
                <a:schemeClr val="dk1"/>
              </a:solidFill>
              <a:latin typeface="Meiryo"/>
              <a:ea typeface="Meiryo"/>
              <a:cs typeface="Meiryo"/>
              <a:sym typeface="Meiryo"/>
            </a:endParaRPr>
          </a:p>
          <a:p>
            <a:pPr indent="0" lvl="0" marL="0" marR="0" rtl="0" algn="l">
              <a:lnSpc>
                <a:spcPct val="150000"/>
              </a:lnSpc>
              <a:spcBef>
                <a:spcPts val="0"/>
              </a:spcBef>
              <a:spcAft>
                <a:spcPts val="0"/>
              </a:spcAft>
              <a:buNone/>
            </a:pPr>
            <a:r>
              <a:t/>
            </a:r>
            <a:endParaRPr b="0" i="0" sz="1050" u="none" cap="none" strike="noStrike">
              <a:solidFill>
                <a:schemeClr val="dk1"/>
              </a:solidFill>
              <a:latin typeface="Meiryo"/>
              <a:ea typeface="Meiryo"/>
              <a:cs typeface="Meiryo"/>
              <a:sym typeface="Meiryo"/>
            </a:endParaRPr>
          </a:p>
          <a:p>
            <a:pPr indent="-171450" lvl="0" marL="171450" marR="0" rtl="0" algn="l">
              <a:lnSpc>
                <a:spcPct val="150000"/>
              </a:lnSpc>
              <a:spcBef>
                <a:spcPts val="0"/>
              </a:spcBef>
              <a:spcAft>
                <a:spcPts val="0"/>
              </a:spcAft>
              <a:buClr>
                <a:srgbClr val="000000"/>
              </a:buClr>
              <a:buSzPts val="1050"/>
              <a:buFont typeface="Noto Sans Symbols"/>
              <a:buChar char="■"/>
            </a:pPr>
            <a:r>
              <a:rPr b="0" i="0" lang="ja-JP" sz="1050" u="none" cap="none" strike="noStrike">
                <a:solidFill>
                  <a:schemeClr val="dk1"/>
                </a:solidFill>
                <a:latin typeface="Meiryo"/>
                <a:ea typeface="Meiryo"/>
                <a:cs typeface="Meiryo"/>
                <a:sym typeface="Meiryo"/>
              </a:rPr>
              <a:t>応募にあたっての注意事項</a:t>
            </a:r>
            <a:br>
              <a:rPr b="0" i="0" lang="ja-JP" sz="1050" u="none" cap="none" strike="noStrike">
                <a:solidFill>
                  <a:schemeClr val="dk1"/>
                </a:solidFill>
                <a:latin typeface="Meiryo"/>
                <a:ea typeface="Meiryo"/>
                <a:cs typeface="Meiryo"/>
                <a:sym typeface="Meiryo"/>
              </a:rPr>
            </a:br>
            <a:r>
              <a:rPr b="0" i="0" lang="ja-JP" sz="1050" u="none" cap="none" strike="noStrike">
                <a:solidFill>
                  <a:schemeClr val="dk1"/>
                </a:solidFill>
                <a:latin typeface="Meiryo"/>
                <a:ea typeface="Meiryo"/>
                <a:cs typeface="Meiryo"/>
                <a:sym typeface="Meiryo"/>
              </a:rPr>
              <a:t>必ず、公式WEBサイト（</a:t>
            </a:r>
            <a:r>
              <a:rPr lang="ja-JP" sz="1050">
                <a:solidFill>
                  <a:schemeClr val="dk1"/>
                </a:solidFill>
                <a:latin typeface="Meiryo"/>
                <a:ea typeface="Meiryo"/>
                <a:cs typeface="Meiryo"/>
                <a:sym typeface="Meiryo"/>
              </a:rPr>
              <a:t>https://zenjyocon.jp/contest2026</a:t>
            </a:r>
            <a:r>
              <a:rPr b="0" i="0" lang="ja-JP" sz="1050" u="none" cap="none" strike="noStrike">
                <a:solidFill>
                  <a:schemeClr val="dk1"/>
                </a:solidFill>
                <a:latin typeface="Meiryo"/>
                <a:ea typeface="Meiryo"/>
                <a:cs typeface="Meiryo"/>
                <a:sym typeface="Meiryo"/>
              </a:rPr>
              <a:t>）に記載されている応募要項を一読の上、ご応募ください。</a:t>
            </a:r>
            <a:endParaRPr b="0" i="0" sz="1050" u="none" cap="none" strike="noStrike">
              <a:solidFill>
                <a:schemeClr val="dk1"/>
              </a:solidFill>
              <a:latin typeface="Meiryo"/>
              <a:ea typeface="Meiryo"/>
              <a:cs typeface="Meiryo"/>
              <a:sym typeface="Meiryo"/>
            </a:endParaRPr>
          </a:p>
          <a:p>
            <a:pPr indent="-104775" lvl="0" marL="171450" marR="0" rtl="0" algn="l">
              <a:lnSpc>
                <a:spcPct val="150000"/>
              </a:lnSpc>
              <a:spcBef>
                <a:spcPts val="0"/>
              </a:spcBef>
              <a:spcAft>
                <a:spcPts val="0"/>
              </a:spcAft>
              <a:buClr>
                <a:srgbClr val="000000"/>
              </a:buClr>
              <a:buSzPts val="1050"/>
              <a:buFont typeface="Noto Sans Symbols"/>
              <a:buNone/>
            </a:pPr>
            <a:r>
              <a:t/>
            </a:r>
            <a:endParaRPr b="0" i="0" sz="1050" u="none" cap="none" strike="noStrike">
              <a:solidFill>
                <a:schemeClr val="dk1"/>
              </a:solidFill>
              <a:latin typeface="Meiryo"/>
              <a:ea typeface="Meiryo"/>
              <a:cs typeface="Meiryo"/>
              <a:sym typeface="Meiryo"/>
            </a:endParaRPr>
          </a:p>
          <a:p>
            <a:pPr indent="-171450" lvl="0" marL="171450" marR="0" rtl="0" algn="l">
              <a:lnSpc>
                <a:spcPct val="150000"/>
              </a:lnSpc>
              <a:spcBef>
                <a:spcPts val="0"/>
              </a:spcBef>
              <a:spcAft>
                <a:spcPts val="0"/>
              </a:spcAft>
              <a:buClr>
                <a:srgbClr val="000000"/>
              </a:buClr>
              <a:buSzPts val="1050"/>
              <a:buFont typeface="Noto Sans Symbols"/>
              <a:buChar char="■"/>
            </a:pPr>
            <a:r>
              <a:rPr b="0" i="0" lang="ja-JP" sz="1050" u="none" cap="none" strike="noStrike">
                <a:solidFill>
                  <a:schemeClr val="dk1"/>
                </a:solidFill>
                <a:latin typeface="Meiryo"/>
                <a:ea typeface="Meiryo"/>
                <a:cs typeface="Meiryo"/>
                <a:sym typeface="Meiryo"/>
              </a:rPr>
              <a:t>応募作品に関する要件（抜粋）</a:t>
            </a:r>
            <a:endParaRPr b="0" i="0" sz="1050" u="none" cap="none" strike="noStrike">
              <a:solidFill>
                <a:schemeClr val="dk1"/>
              </a:solidFill>
              <a:latin typeface="Meiryo"/>
              <a:ea typeface="Meiryo"/>
              <a:cs typeface="Meiryo"/>
              <a:sym typeface="Meiryo"/>
            </a:endParaRPr>
          </a:p>
          <a:p>
            <a:pPr indent="-171450" lvl="0" marL="171450" marR="0" rtl="0" algn="l">
              <a:lnSpc>
                <a:spcPct val="150000"/>
              </a:lnSpc>
              <a:spcBef>
                <a:spcPts val="0"/>
              </a:spcBef>
              <a:spcAft>
                <a:spcPts val="0"/>
              </a:spcAft>
              <a:buClr>
                <a:srgbClr val="000000"/>
              </a:buClr>
              <a:buSzPts val="1050"/>
              <a:buFont typeface="Arial"/>
              <a:buChar char="•"/>
            </a:pPr>
            <a:r>
              <a:rPr b="0" i="0" lang="ja-JP" sz="1050" u="none" cap="none" strike="noStrike">
                <a:solidFill>
                  <a:schemeClr val="dk1"/>
                </a:solidFill>
                <a:latin typeface="Meiryo"/>
                <a:ea typeface="Meiryo"/>
                <a:cs typeface="Meiryo"/>
                <a:sym typeface="Meiryo"/>
              </a:rPr>
              <a:t>「暮らしや学校をより良くする(DXする)」をテーマに、デジタル技術を活用している作品であること。※デジタル技術には、IoT、AI(生成系/人工知能)、3Dモデリング、VR、AR、ロボット、クラウドなどを含みます。これらは一例であり、ジャンルや領域は問いません。</a:t>
            </a:r>
            <a:endParaRPr/>
          </a:p>
          <a:p>
            <a:pPr indent="-171450" lvl="0" marL="171450" marR="0" rtl="0" algn="l">
              <a:lnSpc>
                <a:spcPct val="150000"/>
              </a:lnSpc>
              <a:spcBef>
                <a:spcPts val="0"/>
              </a:spcBef>
              <a:spcAft>
                <a:spcPts val="0"/>
              </a:spcAft>
              <a:buClr>
                <a:srgbClr val="000000"/>
              </a:buClr>
              <a:buSzPts val="1050"/>
              <a:buFont typeface="Arial"/>
              <a:buChar char="•"/>
            </a:pPr>
            <a:r>
              <a:rPr b="0" i="0" lang="ja-JP" sz="1050" u="none" cap="none" strike="noStrike">
                <a:solidFill>
                  <a:schemeClr val="dk1"/>
                </a:solidFill>
                <a:latin typeface="Meiryo"/>
                <a:ea typeface="Meiryo"/>
                <a:cs typeface="Meiryo"/>
                <a:sym typeface="Meiryo"/>
              </a:rPr>
              <a:t>過去に他のコンテスト等での発表・受賞した作品も応募可能です。ただし、発表・受賞時点から今回の応募までに作品の改良・更新を行っているものに限ります。</a:t>
            </a:r>
            <a:endParaRPr/>
          </a:p>
          <a:p>
            <a:pPr indent="-171450" lvl="0" marL="171450" marR="0" rtl="0" algn="l">
              <a:lnSpc>
                <a:spcPct val="150000"/>
              </a:lnSpc>
              <a:spcBef>
                <a:spcPts val="0"/>
              </a:spcBef>
              <a:spcAft>
                <a:spcPts val="0"/>
              </a:spcAft>
              <a:buClr>
                <a:srgbClr val="000000"/>
              </a:buClr>
              <a:buSzPts val="1050"/>
              <a:buFont typeface="Arial"/>
              <a:buChar char="•"/>
            </a:pPr>
            <a:r>
              <a:rPr b="0" i="0" lang="ja-JP" sz="1050" u="none" cap="none" strike="noStrike">
                <a:solidFill>
                  <a:schemeClr val="dk1"/>
                </a:solidFill>
                <a:latin typeface="Meiryo"/>
                <a:ea typeface="Meiryo"/>
                <a:cs typeface="Meiryo"/>
                <a:sym typeface="Meiryo"/>
              </a:rPr>
              <a:t>過去にデジタル学園祭「全国情報教育コンテスト」で最終審査会に参加し壇上で表彰された受賞作品(優秀賞や企業賞)と同一のものは応募できません。ただし、過去に応募し書類審査で落選した作品あるいは最終審査会で受賞に至らなかった作品については、内容を改良・更新している場合に限り応募を認めます。</a:t>
            </a:r>
            <a:endParaRPr b="0" i="0" sz="1050" u="none" cap="none" strike="noStrike">
              <a:solidFill>
                <a:schemeClr val="dk1"/>
              </a:solidFill>
              <a:latin typeface="Meiryo"/>
              <a:ea typeface="Meiryo"/>
              <a:cs typeface="Meiryo"/>
              <a:sym typeface="Meiryo"/>
            </a:endParaRPr>
          </a:p>
          <a:p>
            <a:pPr indent="-171450" lvl="0" marL="171450" marR="0" rtl="0" algn="l">
              <a:lnSpc>
                <a:spcPct val="150000"/>
              </a:lnSpc>
              <a:spcBef>
                <a:spcPts val="0"/>
              </a:spcBef>
              <a:spcAft>
                <a:spcPts val="0"/>
              </a:spcAft>
              <a:buClr>
                <a:srgbClr val="000000"/>
              </a:buClr>
              <a:buSzPts val="1050"/>
              <a:buFont typeface="Arial"/>
              <a:buChar char="•"/>
            </a:pPr>
            <a:r>
              <a:rPr b="0" i="0" lang="ja-JP" sz="1050" u="none" cap="none" strike="noStrike">
                <a:solidFill>
                  <a:schemeClr val="dk1"/>
                </a:solidFill>
                <a:latin typeface="Meiryo"/>
                <a:ea typeface="Meiryo"/>
                <a:cs typeface="Meiryo"/>
                <a:sym typeface="Meiryo"/>
              </a:rPr>
              <a:t>応募できる作品は、応募者本人が制作したオリジナル作品（未発表または過去に発表したものを改良・更新しているものを含む）です。</a:t>
            </a:r>
            <a:endParaRPr/>
          </a:p>
          <a:p>
            <a:pPr indent="-171450" lvl="0" marL="171450" marR="0" rtl="0" algn="l">
              <a:lnSpc>
                <a:spcPct val="150000"/>
              </a:lnSpc>
              <a:spcBef>
                <a:spcPts val="0"/>
              </a:spcBef>
              <a:spcAft>
                <a:spcPts val="0"/>
              </a:spcAft>
              <a:buClr>
                <a:srgbClr val="000000"/>
              </a:buClr>
              <a:buSzPts val="1050"/>
              <a:buFont typeface="Arial"/>
              <a:buChar char="•"/>
            </a:pPr>
            <a:r>
              <a:rPr b="0" i="0" lang="ja-JP" sz="1050" u="none" cap="none" strike="noStrike">
                <a:solidFill>
                  <a:schemeClr val="dk1"/>
                </a:solidFill>
                <a:latin typeface="Meiryo"/>
                <a:ea typeface="Meiryo"/>
                <a:cs typeface="Meiryo"/>
                <a:sym typeface="Meiryo"/>
              </a:rPr>
              <a:t>第三者の知的財産権を使用する場合は、応募前に応募者が適切に権利処理をしてください。</a:t>
            </a:r>
            <a:endParaRPr/>
          </a:p>
          <a:p>
            <a:pPr indent="-171450" lvl="0" marL="171450" marR="0" rtl="0" algn="l">
              <a:lnSpc>
                <a:spcPct val="150000"/>
              </a:lnSpc>
              <a:spcBef>
                <a:spcPts val="0"/>
              </a:spcBef>
              <a:spcAft>
                <a:spcPts val="0"/>
              </a:spcAft>
              <a:buClr>
                <a:srgbClr val="000000"/>
              </a:buClr>
              <a:buSzPts val="1050"/>
              <a:buFont typeface="Arial"/>
              <a:buChar char="•"/>
            </a:pPr>
            <a:r>
              <a:rPr b="0" i="0" lang="ja-JP" sz="1050" u="none" cap="none" strike="noStrike">
                <a:solidFill>
                  <a:schemeClr val="dk1"/>
                </a:solidFill>
                <a:latin typeface="Meiryo"/>
                <a:ea typeface="Meiryo"/>
                <a:cs typeface="Meiryo"/>
                <a:sym typeface="Meiryo"/>
              </a:rPr>
              <a:t>使用（引用を含む）した知的財産権については、すべての出典や権利者を明示してください。</a:t>
            </a:r>
            <a:endParaRPr/>
          </a:p>
          <a:p>
            <a:pPr indent="-104775" lvl="0" marL="171450" marR="0" rtl="0" algn="l">
              <a:lnSpc>
                <a:spcPct val="150000"/>
              </a:lnSpc>
              <a:spcBef>
                <a:spcPts val="0"/>
              </a:spcBef>
              <a:spcAft>
                <a:spcPts val="0"/>
              </a:spcAft>
              <a:buClr>
                <a:srgbClr val="000000"/>
              </a:buClr>
              <a:buSzPts val="1050"/>
              <a:buFont typeface="Noto Sans Symbols"/>
              <a:buNone/>
            </a:pPr>
            <a:r>
              <a:t/>
            </a:r>
            <a:endParaRPr b="0" i="0" sz="1050" u="none" cap="none" strike="noStrike">
              <a:solidFill>
                <a:schemeClr val="dk1"/>
              </a:solidFill>
              <a:latin typeface="Meiryo"/>
              <a:ea typeface="Meiryo"/>
              <a:cs typeface="Meiryo"/>
              <a:sym typeface="Meiryo"/>
            </a:endParaRPr>
          </a:p>
        </p:txBody>
      </p:sp>
      <p:sp>
        <p:nvSpPr>
          <p:cNvPr id="42" name="Google Shape;42;p8"/>
          <p:cNvSpPr/>
          <p:nvPr/>
        </p:nvSpPr>
        <p:spPr>
          <a:xfrm>
            <a:off x="393700" y="1043569"/>
            <a:ext cx="4335236" cy="51435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ja-JP" sz="1800" u="none" cap="none" strike="noStrike">
                <a:solidFill>
                  <a:schemeClr val="lt1"/>
                </a:solidFill>
                <a:latin typeface="Century Gothic"/>
                <a:ea typeface="Century Gothic"/>
                <a:cs typeface="Century Gothic"/>
                <a:sym typeface="Century Gothic"/>
              </a:rPr>
              <a:t>提出時、本ページは削除してください</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nvSpPr>
        <p:spPr>
          <a:xfrm>
            <a:off x="640042" y="1077144"/>
            <a:ext cx="9642474" cy="60016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400"/>
              <a:buFont typeface="Arial"/>
              <a:buNone/>
            </a:pPr>
            <a:r>
              <a:rPr b="0" i="0" lang="ja-JP" sz="2400" u="none" cap="none" strike="noStrike">
                <a:solidFill>
                  <a:schemeClr val="dk1"/>
                </a:solidFill>
                <a:latin typeface="Meiryo"/>
                <a:ea typeface="Meiryo"/>
                <a:cs typeface="Meiryo"/>
                <a:sym typeface="Meiryo"/>
              </a:rPr>
              <a:t>デジタル学園祭</a:t>
            </a:r>
            <a:endParaRPr b="0" i="0" sz="2400" u="none" cap="none" strike="noStrike">
              <a:solidFill>
                <a:schemeClr val="dk1"/>
              </a:solidFill>
              <a:latin typeface="Meiryo"/>
              <a:ea typeface="Meiryo"/>
              <a:cs typeface="Meiryo"/>
              <a:sym typeface="Meiryo"/>
            </a:endParaRPr>
          </a:p>
        </p:txBody>
      </p:sp>
      <p:pic>
        <p:nvPicPr>
          <p:cNvPr id="48" name="Google Shape;48;p1"/>
          <p:cNvPicPr preferRelativeResize="0"/>
          <p:nvPr/>
        </p:nvPicPr>
        <p:blipFill rotWithShape="1">
          <a:blip r:embed="rId3">
            <a:alphaModFix/>
          </a:blip>
          <a:srcRect b="0" l="0" r="0" t="0"/>
          <a:stretch/>
        </p:blipFill>
        <p:spPr>
          <a:xfrm>
            <a:off x="5443463" y="6687671"/>
            <a:ext cx="1272345" cy="563169"/>
          </a:xfrm>
          <a:prstGeom prst="rect">
            <a:avLst/>
          </a:prstGeom>
          <a:noFill/>
          <a:ln>
            <a:noFill/>
          </a:ln>
        </p:spPr>
      </p:pic>
      <p:cxnSp>
        <p:nvCxnSpPr>
          <p:cNvPr id="49" name="Google Shape;49;p1"/>
          <p:cNvCxnSpPr/>
          <p:nvPr/>
        </p:nvCxnSpPr>
        <p:spPr>
          <a:xfrm>
            <a:off x="509073" y="870346"/>
            <a:ext cx="9673665" cy="0"/>
          </a:xfrm>
          <a:prstGeom prst="straightConnector1">
            <a:avLst/>
          </a:prstGeom>
          <a:noFill/>
          <a:ln cap="flat" cmpd="sng" w="34925">
            <a:solidFill>
              <a:srgbClr val="FFC000"/>
            </a:solidFill>
            <a:prstDash val="solid"/>
            <a:miter lim="800000"/>
            <a:headEnd len="sm" w="sm" type="none"/>
            <a:tailEnd len="sm" w="sm" type="none"/>
          </a:ln>
        </p:spPr>
      </p:cxnSp>
      <p:cxnSp>
        <p:nvCxnSpPr>
          <p:cNvPr id="50" name="Google Shape;50;p1"/>
          <p:cNvCxnSpPr/>
          <p:nvPr/>
        </p:nvCxnSpPr>
        <p:spPr>
          <a:xfrm>
            <a:off x="509073" y="3090765"/>
            <a:ext cx="9673665" cy="0"/>
          </a:xfrm>
          <a:prstGeom prst="straightConnector1">
            <a:avLst/>
          </a:prstGeom>
          <a:noFill/>
          <a:ln cap="flat" cmpd="sng" w="34925">
            <a:solidFill>
              <a:srgbClr val="FFC000"/>
            </a:solidFill>
            <a:prstDash val="solid"/>
            <a:miter lim="800000"/>
            <a:headEnd len="sm" w="sm" type="none"/>
            <a:tailEnd len="sm" w="sm" type="none"/>
          </a:ln>
        </p:spPr>
      </p:cxnSp>
      <p:sp>
        <p:nvSpPr>
          <p:cNvPr id="51" name="Google Shape;51;p1"/>
          <p:cNvSpPr txBox="1"/>
          <p:nvPr/>
        </p:nvSpPr>
        <p:spPr>
          <a:xfrm>
            <a:off x="640042" y="1677308"/>
            <a:ext cx="96426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400"/>
              <a:buFont typeface="Arial"/>
              <a:buNone/>
            </a:pPr>
            <a:r>
              <a:rPr b="1" i="0" lang="ja-JP" sz="3400" u="none" cap="none" strike="noStrike">
                <a:solidFill>
                  <a:schemeClr val="dk1"/>
                </a:solidFill>
                <a:latin typeface="Meiryo"/>
                <a:ea typeface="Meiryo"/>
                <a:cs typeface="Meiryo"/>
                <a:sym typeface="Meiryo"/>
              </a:rPr>
              <a:t>第</a:t>
            </a:r>
            <a:r>
              <a:rPr b="1" lang="ja-JP" sz="3400">
                <a:solidFill>
                  <a:schemeClr val="dk1"/>
                </a:solidFill>
                <a:latin typeface="Meiryo"/>
                <a:ea typeface="Meiryo"/>
                <a:cs typeface="Meiryo"/>
                <a:sym typeface="Meiryo"/>
              </a:rPr>
              <a:t>4</a:t>
            </a:r>
            <a:r>
              <a:rPr b="1" i="0" lang="ja-JP" sz="3400" u="none" cap="none" strike="noStrike">
                <a:solidFill>
                  <a:schemeClr val="dk1"/>
                </a:solidFill>
                <a:latin typeface="Meiryo"/>
                <a:ea typeface="Meiryo"/>
                <a:cs typeface="Meiryo"/>
                <a:sym typeface="Meiryo"/>
              </a:rPr>
              <a:t>回「全国情報教育コンテスト」</a:t>
            </a:r>
            <a:endParaRPr b="1" i="0" sz="34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3400"/>
              <a:buFont typeface="Arial"/>
              <a:buNone/>
            </a:pPr>
            <a:r>
              <a:rPr b="1" i="0" lang="ja-JP" sz="3400" u="none" cap="none" strike="noStrike">
                <a:solidFill>
                  <a:schemeClr val="dk1"/>
                </a:solidFill>
                <a:latin typeface="Meiryo"/>
                <a:ea typeface="Meiryo"/>
                <a:cs typeface="Meiryo"/>
                <a:sym typeface="Meiryo"/>
              </a:rPr>
              <a:t>−応募用紙−</a:t>
            </a:r>
            <a:endParaRPr b="1" i="0" sz="3400" u="none" cap="none" strike="noStrike">
              <a:solidFill>
                <a:schemeClr val="dk1"/>
              </a:solidFill>
              <a:latin typeface="Meiryo"/>
              <a:ea typeface="Meiryo"/>
              <a:cs typeface="Meiryo"/>
              <a:sym typeface="Meiryo"/>
            </a:endParaRPr>
          </a:p>
        </p:txBody>
      </p:sp>
      <p:pic>
        <p:nvPicPr>
          <p:cNvPr id="52" name="Google Shape;52;p1"/>
          <p:cNvPicPr preferRelativeResize="0"/>
          <p:nvPr/>
        </p:nvPicPr>
        <p:blipFill rotWithShape="1">
          <a:blip r:embed="rId4">
            <a:alphaModFix/>
          </a:blip>
          <a:srcRect b="0" l="0" r="0" t="0"/>
          <a:stretch/>
        </p:blipFill>
        <p:spPr>
          <a:xfrm>
            <a:off x="3716010" y="6613207"/>
            <a:ext cx="1384907" cy="581343"/>
          </a:xfrm>
          <a:prstGeom prst="rect">
            <a:avLst/>
          </a:prstGeom>
          <a:noFill/>
          <a:ln>
            <a:noFill/>
          </a:ln>
        </p:spPr>
      </p:pic>
      <p:graphicFrame>
        <p:nvGraphicFramePr>
          <p:cNvPr id="53" name="Google Shape;53;p1"/>
          <p:cNvGraphicFramePr/>
          <p:nvPr/>
        </p:nvGraphicFramePr>
        <p:xfrm>
          <a:off x="640042" y="4090706"/>
          <a:ext cx="3000000" cy="3000000"/>
        </p:xfrm>
        <a:graphic>
          <a:graphicData uri="http://schemas.openxmlformats.org/drawingml/2006/table">
            <a:tbl>
              <a:tblPr bandRow="1" firstRow="1">
                <a:noFill/>
                <a:tableStyleId>{76C79A6A-0BEF-4C20-8C78-9A332B7A405E}</a:tableStyleId>
              </a:tblPr>
              <a:tblGrid>
                <a:gridCol w="2704325"/>
                <a:gridCol w="6838350"/>
              </a:tblGrid>
              <a:tr h="420050">
                <a:tc>
                  <a:txBody>
                    <a:bodyPr/>
                    <a:lstStyle/>
                    <a:p>
                      <a:pPr indent="0" lvl="0" marL="0" marR="0" rtl="0" algn="ctr">
                        <a:lnSpc>
                          <a:spcPct val="100000"/>
                        </a:lnSpc>
                        <a:spcBef>
                          <a:spcPts val="0"/>
                        </a:spcBef>
                        <a:spcAft>
                          <a:spcPts val="0"/>
                        </a:spcAft>
                        <a:buClr>
                          <a:srgbClr val="000000"/>
                        </a:buClr>
                        <a:buSzPts val="1400"/>
                        <a:buFont typeface="Arial"/>
                        <a:buNone/>
                      </a:pPr>
                      <a:r>
                        <a:rPr b="1" lang="ja-JP" sz="1400" u="none" cap="none" strike="noStrike">
                          <a:solidFill>
                            <a:schemeClr val="dk1"/>
                          </a:solidFill>
                          <a:latin typeface="Meiryo"/>
                          <a:ea typeface="Meiryo"/>
                          <a:cs typeface="Meiryo"/>
                          <a:sym typeface="Meiryo"/>
                        </a:rPr>
                        <a:t>作品タイトル</a:t>
                      </a:r>
                      <a:endParaRPr b="1" sz="14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900"/>
                        <a:buFont typeface="Arial"/>
                        <a:buNone/>
                      </a:pPr>
                      <a:r>
                        <a:rPr b="1" lang="ja-JP" sz="900" u="none" cap="none" strike="noStrike">
                          <a:solidFill>
                            <a:schemeClr val="dk1"/>
                          </a:solidFill>
                          <a:latin typeface="Meiryo"/>
                          <a:ea typeface="Meiryo"/>
                          <a:cs typeface="Meiryo"/>
                          <a:sym typeface="Meiryo"/>
                        </a:rPr>
                        <a:t>※入賞の場合WEBサイトに公開されます</a:t>
                      </a:r>
                      <a:endParaRPr b="1" sz="9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57150">
                      <a:solidFill>
                        <a:schemeClr val="accen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5715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421350">
                <a:tc>
                  <a:txBody>
                    <a:bodyPr/>
                    <a:lstStyle/>
                    <a:p>
                      <a:pPr indent="0" lvl="0" marL="0" marR="0" rtl="0" algn="ctr">
                        <a:lnSpc>
                          <a:spcPct val="100000"/>
                        </a:lnSpc>
                        <a:spcBef>
                          <a:spcPts val="0"/>
                        </a:spcBef>
                        <a:spcAft>
                          <a:spcPts val="0"/>
                        </a:spcAft>
                        <a:buClr>
                          <a:srgbClr val="000000"/>
                        </a:buClr>
                        <a:buSzPts val="1400"/>
                        <a:buFont typeface="Arial"/>
                        <a:buNone/>
                      </a:pPr>
                      <a:r>
                        <a:rPr b="1" lang="ja-JP" sz="1400" u="none" cap="none" strike="noStrike">
                          <a:solidFill>
                            <a:schemeClr val="dk1"/>
                          </a:solidFill>
                          <a:latin typeface="Meiryo"/>
                          <a:ea typeface="Meiryo"/>
                          <a:cs typeface="Meiryo"/>
                          <a:sym typeface="Meiryo"/>
                        </a:rPr>
                        <a:t>チーム名（または名称）</a:t>
                      </a:r>
                      <a:endParaRPr b="1" sz="14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000"/>
                        <a:buFont typeface="Arial"/>
                        <a:buNone/>
                      </a:pPr>
                      <a:r>
                        <a:rPr b="1" lang="ja-JP" sz="1000" u="none" cap="none" strike="noStrike">
                          <a:solidFill>
                            <a:schemeClr val="dk1"/>
                          </a:solidFill>
                          <a:latin typeface="Meiryo"/>
                          <a:ea typeface="Meiryo"/>
                          <a:cs typeface="Meiryo"/>
                          <a:sym typeface="Meiryo"/>
                        </a:rPr>
                        <a:t>※入賞の場合WEBサイトに公開されます</a:t>
                      </a:r>
                      <a:endParaRPr b="1" sz="10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rgbClr val="7F7F7F"/>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455575">
                <a:tc>
                  <a:txBody>
                    <a:bodyPr/>
                    <a:lstStyle/>
                    <a:p>
                      <a:pPr indent="0" lvl="0" marL="0" marR="0" rtl="0" algn="ctr">
                        <a:lnSpc>
                          <a:spcPct val="100000"/>
                        </a:lnSpc>
                        <a:spcBef>
                          <a:spcPts val="0"/>
                        </a:spcBef>
                        <a:spcAft>
                          <a:spcPts val="0"/>
                        </a:spcAft>
                        <a:buClr>
                          <a:schemeClr val="dk1"/>
                        </a:buClr>
                        <a:buSzPts val="1100"/>
                        <a:buFont typeface="Meiryo"/>
                        <a:buNone/>
                      </a:pPr>
                      <a:r>
                        <a:rPr b="1" lang="ja-JP" sz="1400" u="none" cap="none" strike="noStrike">
                          <a:solidFill>
                            <a:schemeClr val="dk1"/>
                          </a:solidFill>
                          <a:latin typeface="Meiryo"/>
                          <a:ea typeface="Meiryo"/>
                          <a:cs typeface="Meiryo"/>
                          <a:sym typeface="Meiryo"/>
                        </a:rPr>
                        <a:t>応募代表者名</a:t>
                      </a:r>
                      <a:endParaRPr b="1" sz="14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424425">
                <a:tc>
                  <a:txBody>
                    <a:bodyPr/>
                    <a:lstStyle/>
                    <a:p>
                      <a:pPr indent="0" lvl="0" marL="0" marR="0" rtl="0" algn="ctr">
                        <a:lnSpc>
                          <a:spcPct val="100000"/>
                        </a:lnSpc>
                        <a:spcBef>
                          <a:spcPts val="0"/>
                        </a:spcBef>
                        <a:spcAft>
                          <a:spcPts val="0"/>
                        </a:spcAft>
                        <a:buClr>
                          <a:schemeClr val="dk1"/>
                        </a:buClr>
                        <a:buSzPts val="1100"/>
                        <a:buFont typeface="Meiryo"/>
                        <a:buNone/>
                      </a:pPr>
                      <a:r>
                        <a:rPr b="1" lang="ja-JP" sz="1400" u="none" cap="none" strike="noStrike">
                          <a:solidFill>
                            <a:schemeClr val="dk1"/>
                          </a:solidFill>
                          <a:latin typeface="Meiryo"/>
                          <a:ea typeface="Meiryo"/>
                          <a:cs typeface="Meiryo"/>
                          <a:sym typeface="Meiryo"/>
                        </a:rPr>
                        <a:t>チームメンバー</a:t>
                      </a:r>
                      <a:br>
                        <a:rPr b="1" lang="ja-JP" sz="1400" u="none" cap="none" strike="noStrike">
                          <a:solidFill>
                            <a:schemeClr val="dk1"/>
                          </a:solidFill>
                          <a:latin typeface="Meiryo"/>
                          <a:ea typeface="Meiryo"/>
                          <a:cs typeface="Meiryo"/>
                          <a:sym typeface="Meiryo"/>
                        </a:rPr>
                      </a:br>
                      <a:r>
                        <a:rPr b="1" lang="ja-JP" sz="1000">
                          <a:latin typeface="Meiryo"/>
                          <a:ea typeface="Meiryo"/>
                          <a:cs typeface="Meiryo"/>
                          <a:sym typeface="Meiryo"/>
                        </a:rPr>
                        <a:t>※個人の場合は空欄</a:t>
                      </a:r>
                      <a:endParaRPr b="1" sz="1400" u="none" cap="none" strike="noStrike">
                        <a:solidFill>
                          <a:schemeClr val="dk1"/>
                        </a:solidFill>
                        <a:latin typeface="Meiryo"/>
                        <a:ea typeface="Meiryo"/>
                        <a:cs typeface="Meiryo"/>
                        <a:sym typeface="Meiryo"/>
                      </a:endParaRPr>
                    </a:p>
                  </a:txBody>
                  <a:tcPr marT="45725" marB="45725" marR="91450" marL="91450" anchor="ctr">
                    <a:lnL cap="flat" cmpd="sng" w="5715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latin typeface="Meiryo"/>
                        <a:ea typeface="Meiryo"/>
                        <a:cs typeface="Meiryo"/>
                        <a:sym typeface="Meiryo"/>
                      </a:endParaRPr>
                    </a:p>
                  </a:txBody>
                  <a:tcPr marT="45725" marB="45725" marR="91450" marL="91450" anchor="ctr">
                    <a:lnL cap="flat" cmpd="sng" w="12700">
                      <a:solidFill>
                        <a:schemeClr val="accent1"/>
                      </a:solidFill>
                      <a:prstDash val="solid"/>
                      <a:round/>
                      <a:headEnd len="sm" w="sm" type="none"/>
                      <a:tailEnd len="sm" w="sm" type="none"/>
                    </a:lnL>
                    <a:lnR cap="flat" cmpd="sng" w="5715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57150">
                      <a:solidFill>
                        <a:schemeClr val="accent1"/>
                      </a:solidFill>
                      <a:prstDash val="solid"/>
                      <a:round/>
                      <a:headEnd len="sm" w="sm" type="none"/>
                      <a:tailEnd len="sm" w="sm" type="none"/>
                    </a:lnB>
                  </a:tcPr>
                </a:tc>
              </a:tr>
            </a:tbl>
          </a:graphicData>
        </a:graphic>
      </p:graphicFrame>
      <p:sp>
        <p:nvSpPr>
          <p:cNvPr id="54" name="Google Shape;54;p1"/>
          <p:cNvSpPr txBox="1"/>
          <p:nvPr/>
        </p:nvSpPr>
        <p:spPr>
          <a:xfrm>
            <a:off x="640042" y="3762157"/>
            <a:ext cx="534466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400" u="none" cap="none" strike="noStrike">
                <a:solidFill>
                  <a:schemeClr val="dk1"/>
                </a:solidFill>
                <a:latin typeface="Meiryo"/>
                <a:ea typeface="Meiryo"/>
                <a:cs typeface="Meiryo"/>
                <a:sym typeface="Meiryo"/>
              </a:rPr>
              <a:t>■基本情報（必須）</a:t>
            </a:r>
            <a:endParaRPr b="1" i="0" sz="1400" u="none" cap="none" strike="noStrike">
              <a:solidFill>
                <a:srgbClr val="000000"/>
              </a:solidFill>
              <a:latin typeface="Arial"/>
              <a:ea typeface="Arial"/>
              <a:cs typeface="Arial"/>
              <a:sym typeface="Arial"/>
            </a:endParaRPr>
          </a:p>
        </p:txBody>
      </p:sp>
      <p:sp>
        <p:nvSpPr>
          <p:cNvPr id="55" name="Google Shape;55;p1"/>
          <p:cNvSpPr txBox="1"/>
          <p:nvPr/>
        </p:nvSpPr>
        <p:spPr>
          <a:xfrm>
            <a:off x="672115" y="5992968"/>
            <a:ext cx="9542696" cy="442424"/>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None/>
            </a:pPr>
            <a:r>
              <a:rPr b="0" i="0" lang="ja-JP" sz="1400" u="none" cap="none" strike="noStrike">
                <a:solidFill>
                  <a:schemeClr val="dk1"/>
                </a:solidFill>
                <a:latin typeface="Meiryo"/>
                <a:ea typeface="Meiryo"/>
                <a:cs typeface="Meiryo"/>
                <a:sym typeface="Meiryo"/>
              </a:rPr>
              <a:t>※任意と明記された箇所以外は漏れなく記入してください。記載内容が不足している場合、作品を審査対象外とさせていただくことがあります。</a:t>
            </a:r>
            <a:endParaRPr b="0" i="0" sz="3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8"/>
          <p:cNvSpPr txBox="1"/>
          <p:nvPr>
            <p:ph idx="12" type="sldNum"/>
          </p:nvPr>
        </p:nvSpPr>
        <p:spPr>
          <a:xfrm>
            <a:off x="3974306" y="714883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
        <p:nvSpPr>
          <p:cNvPr id="61" name="Google Shape;61;p18"/>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作品概要　</a:t>
            </a:r>
            <a:endParaRPr b="1" i="0" sz="1600" u="none" cap="none" strike="noStrike">
              <a:solidFill>
                <a:schemeClr val="dk1"/>
              </a:solidFill>
              <a:latin typeface="Meiryo"/>
              <a:ea typeface="Meiryo"/>
              <a:cs typeface="Meiryo"/>
              <a:sym typeface="Meiryo"/>
            </a:endParaRPr>
          </a:p>
        </p:txBody>
      </p:sp>
      <p:sp>
        <p:nvSpPr>
          <p:cNvPr id="62" name="Google Shape;62;p18"/>
          <p:cNvSpPr/>
          <p:nvPr/>
        </p:nvSpPr>
        <p:spPr>
          <a:xfrm>
            <a:off x="393700" y="1097915"/>
            <a:ext cx="9966452" cy="776605"/>
          </a:xfrm>
          <a:prstGeom prst="roundRect">
            <a:avLst>
              <a:gd fmla="val 19022"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 name="Google Shape;63;p18"/>
          <p:cNvSpPr txBox="1"/>
          <p:nvPr/>
        </p:nvSpPr>
        <p:spPr>
          <a:xfrm>
            <a:off x="539496" y="1154646"/>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①一言キャッチ【必須】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64" name="Google Shape;64;p18"/>
          <p:cNvSpPr txBox="1"/>
          <p:nvPr/>
        </p:nvSpPr>
        <p:spPr>
          <a:xfrm>
            <a:off x="535178" y="1486217"/>
            <a:ext cx="9683496"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ja-JP" sz="1200" u="none" cap="none" strike="noStrike">
                <a:solidFill>
                  <a:srgbClr val="000000"/>
                </a:solidFill>
                <a:latin typeface="Meiryo"/>
                <a:ea typeface="Meiryo"/>
                <a:cs typeface="Meiryo"/>
                <a:sym typeface="Meiryo"/>
              </a:rPr>
              <a:t>50文字以内で作品を紹介してください。</a:t>
            </a:r>
            <a:endParaRPr b="0" i="0" sz="1200" u="none" cap="none" strike="noStrike">
              <a:solidFill>
                <a:srgbClr val="000000"/>
              </a:solidFill>
              <a:latin typeface="Meiryo"/>
              <a:ea typeface="Meiryo"/>
              <a:cs typeface="Meiryo"/>
              <a:sym typeface="Meiryo"/>
            </a:endParaRPr>
          </a:p>
        </p:txBody>
      </p:sp>
      <p:sp>
        <p:nvSpPr>
          <p:cNvPr id="65" name="Google Shape;65;p18"/>
          <p:cNvSpPr/>
          <p:nvPr/>
        </p:nvSpPr>
        <p:spPr>
          <a:xfrm>
            <a:off x="393700" y="1996070"/>
            <a:ext cx="5604764" cy="1277482"/>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 name="Google Shape;66;p18"/>
          <p:cNvSpPr txBox="1"/>
          <p:nvPr/>
        </p:nvSpPr>
        <p:spPr>
          <a:xfrm>
            <a:off x="539496" y="2108791"/>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②解決したい課題【必須】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67" name="Google Shape;67;p18"/>
          <p:cNvSpPr txBox="1"/>
          <p:nvPr/>
        </p:nvSpPr>
        <p:spPr>
          <a:xfrm>
            <a:off x="592266" y="2429853"/>
            <a:ext cx="3730752" cy="64633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誰のどんな困り事を解決するかを書く。</a:t>
            </a:r>
            <a:endParaRPr/>
          </a:p>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背景となる状況があれば簡潔に添える。</a:t>
            </a:r>
            <a:endParaRPr/>
          </a:p>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全体で１行程度でお願いします。</a:t>
            </a:r>
            <a:endParaRPr b="0" i="0" sz="1200" u="none" cap="none" strike="noStrike">
              <a:solidFill>
                <a:srgbClr val="000000"/>
              </a:solidFill>
              <a:latin typeface="Meiryo"/>
              <a:ea typeface="Meiryo"/>
              <a:cs typeface="Meiryo"/>
              <a:sym typeface="Meiryo"/>
            </a:endParaRPr>
          </a:p>
        </p:txBody>
      </p:sp>
      <p:sp>
        <p:nvSpPr>
          <p:cNvPr id="68" name="Google Shape;68;p18"/>
          <p:cNvSpPr/>
          <p:nvPr/>
        </p:nvSpPr>
        <p:spPr>
          <a:xfrm>
            <a:off x="6291580" y="2042095"/>
            <a:ext cx="4068572" cy="1277482"/>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 name="Google Shape;69;p18"/>
          <p:cNvSpPr txBox="1"/>
          <p:nvPr/>
        </p:nvSpPr>
        <p:spPr>
          <a:xfrm>
            <a:off x="6437376" y="2154816"/>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③主な利用者（ターゲット）【必須】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0" name="Google Shape;70;p18"/>
          <p:cNvSpPr txBox="1"/>
          <p:nvPr/>
        </p:nvSpPr>
        <p:spPr>
          <a:xfrm>
            <a:off x="6490146" y="2475878"/>
            <a:ext cx="3730752" cy="276999"/>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この作品の利用対象となる方を書きます。</a:t>
            </a:r>
            <a:endParaRPr b="0" i="0" sz="1200" u="none" cap="none" strike="noStrike">
              <a:solidFill>
                <a:srgbClr val="000000"/>
              </a:solidFill>
              <a:latin typeface="Meiryo"/>
              <a:ea typeface="Meiryo"/>
              <a:cs typeface="Meiryo"/>
              <a:sym typeface="Meiryo"/>
            </a:endParaRPr>
          </a:p>
        </p:txBody>
      </p:sp>
      <p:sp>
        <p:nvSpPr>
          <p:cNvPr id="71" name="Google Shape;71;p18"/>
          <p:cNvSpPr/>
          <p:nvPr/>
        </p:nvSpPr>
        <p:spPr>
          <a:xfrm>
            <a:off x="393700" y="3395102"/>
            <a:ext cx="5604764" cy="2586916"/>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 name="Google Shape;72;p18"/>
          <p:cNvSpPr txBox="1"/>
          <p:nvPr/>
        </p:nvSpPr>
        <p:spPr>
          <a:xfrm>
            <a:off x="539496" y="3507823"/>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④作品の仕組み【必須】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3" name="Google Shape;73;p18"/>
          <p:cNvSpPr txBox="1"/>
          <p:nvPr/>
        </p:nvSpPr>
        <p:spPr>
          <a:xfrm>
            <a:off x="592266" y="3828885"/>
            <a:ext cx="5159310" cy="46166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作品がどのようなものか仕組みを文字や簡単な図・イラストなどを使用して表現してください。</a:t>
            </a:r>
            <a:endParaRPr b="0" i="0" sz="1200" u="none" cap="none" strike="noStrike">
              <a:solidFill>
                <a:srgbClr val="000000"/>
              </a:solidFill>
              <a:latin typeface="Meiryo"/>
              <a:ea typeface="Meiryo"/>
              <a:cs typeface="Meiryo"/>
              <a:sym typeface="Meiryo"/>
            </a:endParaRPr>
          </a:p>
        </p:txBody>
      </p:sp>
      <p:sp>
        <p:nvSpPr>
          <p:cNvPr id="74" name="Google Shape;74;p18"/>
          <p:cNvSpPr/>
          <p:nvPr/>
        </p:nvSpPr>
        <p:spPr>
          <a:xfrm>
            <a:off x="6291580" y="3441126"/>
            <a:ext cx="4068572" cy="2540891"/>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5" name="Google Shape;75;p18"/>
          <p:cNvSpPr txBox="1"/>
          <p:nvPr/>
        </p:nvSpPr>
        <p:spPr>
          <a:xfrm>
            <a:off x="6437376" y="3553848"/>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⑤使用した主な技術【必須】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6" name="Google Shape;76;p18"/>
          <p:cNvSpPr/>
          <p:nvPr/>
        </p:nvSpPr>
        <p:spPr>
          <a:xfrm>
            <a:off x="393700" y="6083279"/>
            <a:ext cx="5604764" cy="1228929"/>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 name="Google Shape;77;p18"/>
          <p:cNvSpPr txBox="1"/>
          <p:nvPr/>
        </p:nvSpPr>
        <p:spPr>
          <a:xfrm>
            <a:off x="539496" y="6195999"/>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⑥特に工夫した点【必須】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78" name="Google Shape;78;p18"/>
          <p:cNvSpPr txBox="1"/>
          <p:nvPr/>
        </p:nvSpPr>
        <p:spPr>
          <a:xfrm>
            <a:off x="592266" y="6517061"/>
            <a:ext cx="5159310" cy="64633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他の類似サービスと違うポイント</a:t>
            </a:r>
            <a:endParaRPr/>
          </a:p>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ユーザーの使いやすさの工夫</a:t>
            </a:r>
            <a:endParaRPr/>
          </a:p>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技術的なチャレンジなど</a:t>
            </a:r>
            <a:endParaRPr b="0" i="0" sz="1200" u="none" cap="none" strike="noStrike">
              <a:solidFill>
                <a:srgbClr val="000000"/>
              </a:solidFill>
              <a:latin typeface="Meiryo"/>
              <a:ea typeface="Meiryo"/>
              <a:cs typeface="Meiryo"/>
              <a:sym typeface="Meiryo"/>
            </a:endParaRPr>
          </a:p>
        </p:txBody>
      </p:sp>
      <p:sp>
        <p:nvSpPr>
          <p:cNvPr id="79" name="Google Shape;79;p18"/>
          <p:cNvSpPr/>
          <p:nvPr/>
        </p:nvSpPr>
        <p:spPr>
          <a:xfrm>
            <a:off x="6291580" y="6129303"/>
            <a:ext cx="4068572" cy="1228929"/>
          </a:xfrm>
          <a:prstGeom prst="roundRect">
            <a:avLst>
              <a:gd fmla="val 11129" name="adj"/>
            </a:avLst>
          </a:prstGeom>
          <a:solidFill>
            <a:srgbClr val="F9FAFB"/>
          </a:solidFill>
          <a:ln cap="flat" cmpd="sng" w="25400">
            <a:solidFill>
              <a:srgbClr val="F2F2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0" name="Google Shape;80;p18"/>
          <p:cNvSpPr txBox="1"/>
          <p:nvPr/>
        </p:nvSpPr>
        <p:spPr>
          <a:xfrm>
            <a:off x="6437376" y="6242024"/>
            <a:ext cx="37307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200" u="none" cap="none" strike="noStrike">
                <a:solidFill>
                  <a:srgbClr val="000000"/>
                </a:solidFill>
                <a:latin typeface="Meiryo"/>
                <a:ea typeface="Meiryo"/>
                <a:cs typeface="Meiryo"/>
                <a:sym typeface="Meiryo"/>
              </a:rPr>
              <a:t>⑦ 想定される効果・利用シーン【必須】</a:t>
            </a:r>
            <a:endParaRPr b="1" i="0" sz="12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200" u="none" cap="none" strike="noStrike">
              <a:solidFill>
                <a:srgbClr val="000000"/>
              </a:solidFill>
              <a:latin typeface="Meiryo"/>
              <a:ea typeface="Meiryo"/>
              <a:cs typeface="Meiryo"/>
              <a:sym typeface="Meiryo"/>
            </a:endParaRPr>
          </a:p>
        </p:txBody>
      </p:sp>
      <p:sp>
        <p:nvSpPr>
          <p:cNvPr id="81" name="Google Shape;81;p18"/>
          <p:cNvSpPr txBox="1"/>
          <p:nvPr/>
        </p:nvSpPr>
        <p:spPr>
          <a:xfrm>
            <a:off x="9292353" y="3237851"/>
            <a:ext cx="6989565" cy="1477328"/>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0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None/>
            </a:pPr>
            <a:r>
              <a:rPr b="1" i="0" lang="ja-JP" sz="1000" u="none" cap="none" strike="noStrike">
                <a:solidFill>
                  <a:schemeClr val="lt1"/>
                </a:solidFill>
                <a:latin typeface="Meiryo"/>
                <a:ea typeface="Meiryo"/>
                <a:cs typeface="Meiryo"/>
                <a:sym typeface="Meiryo"/>
              </a:rPr>
              <a:t>使用した技術は、下記から選択して記載してください</a:t>
            </a:r>
            <a:endParaRPr b="1" i="0" sz="1000" u="none" cap="none" strike="noStrike">
              <a:solidFill>
                <a:schemeClr val="lt1"/>
              </a:solidFill>
              <a:latin typeface="Meiryo"/>
              <a:ea typeface="Meiryo"/>
              <a:cs typeface="Meiryo"/>
              <a:sym typeface="Meiryo"/>
            </a:endParaRPr>
          </a:p>
          <a:p>
            <a:pPr indent="-171450" lvl="0" marL="171450" marR="0" rtl="0" algn="l">
              <a:lnSpc>
                <a:spcPct val="100000"/>
              </a:lnSpc>
              <a:spcBef>
                <a:spcPts val="0"/>
              </a:spcBef>
              <a:spcAft>
                <a:spcPts val="0"/>
              </a:spcAft>
              <a:buClr>
                <a:srgbClr val="000000"/>
              </a:buClr>
              <a:buSzPts val="1000"/>
              <a:buFont typeface="Arial"/>
              <a:buChar char="•"/>
            </a:pPr>
            <a:r>
              <a:rPr b="0" i="0" lang="ja-JP" sz="1000" u="none" cap="none" strike="noStrike">
                <a:solidFill>
                  <a:schemeClr val="lt1"/>
                </a:solidFill>
                <a:latin typeface="Meiryo"/>
                <a:ea typeface="Meiryo"/>
                <a:cs typeface="Meiryo"/>
                <a:sym typeface="Meiryo"/>
              </a:rPr>
              <a:t>プログラムやアプリを作った／センサーやデバイスをプログラムで動かした／外部サービスやAPIと連携した（例：天気・地図・音声APIなど）／データを集めた（アンケート・センサー・Web取得など）／データを分析・可視化した（統計・グラフ化など）／センサーで情報を集めた（温度・動き・明るさなど）／ものを遠隔で操作した（ライト・モーターなど）／クラウドへデータを送受信した／ロボットを動かした（移動・アーム操作など）／電子工作を行った（LED・モーター・マイコンなど）／3Dモデルを作った／VR・ARの体験を作った／クラウド上でデータやプログラムを動かした／Webサイトを公開した／LLMエージェント・自動化AIを使った／量子計算を使った／強化学習や高度なAI手法を使った／その他（当てはまるものがない場合は自由記述で記載ください）</a:t>
            </a:r>
            <a:endParaRPr b="0" i="0" sz="1000" u="none" cap="none" strike="noStrike">
              <a:solidFill>
                <a:schemeClr val="lt1"/>
              </a:solidFill>
              <a:latin typeface="Meiryo"/>
              <a:ea typeface="Meiryo"/>
              <a:cs typeface="Meiryo"/>
              <a:sym typeface="Meiryo"/>
            </a:endParaRPr>
          </a:p>
        </p:txBody>
      </p:sp>
      <p:sp>
        <p:nvSpPr>
          <p:cNvPr id="82" name="Google Shape;82;p18"/>
          <p:cNvSpPr txBox="1"/>
          <p:nvPr/>
        </p:nvSpPr>
        <p:spPr>
          <a:xfrm>
            <a:off x="9292353" y="4964304"/>
            <a:ext cx="7185508" cy="1323439"/>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ja-JP" sz="10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None/>
            </a:pPr>
            <a:r>
              <a:rPr b="1" i="0" lang="ja-JP" sz="1000" u="none" cap="none" strike="noStrike">
                <a:solidFill>
                  <a:schemeClr val="lt1"/>
                </a:solidFill>
                <a:latin typeface="Meiryo"/>
                <a:ea typeface="Meiryo"/>
                <a:cs typeface="Meiryo"/>
                <a:sym typeface="Meiryo"/>
              </a:rPr>
              <a:t>AIを使用した場合はその利用内容も記載してください</a:t>
            </a:r>
            <a:endParaRPr b="1" i="0" sz="1000" u="none" cap="none" strike="noStrike">
              <a:solidFill>
                <a:schemeClr val="lt1"/>
              </a:solidFill>
              <a:latin typeface="Meiryo"/>
              <a:ea typeface="Meiryo"/>
              <a:cs typeface="Meiryo"/>
              <a:sym typeface="Meiryo"/>
            </a:endParaRPr>
          </a:p>
          <a:p>
            <a:pPr indent="-171450" lvl="0" marL="171450" marR="0" rtl="0" algn="l">
              <a:lnSpc>
                <a:spcPct val="100000"/>
              </a:lnSpc>
              <a:spcBef>
                <a:spcPts val="0"/>
              </a:spcBef>
              <a:spcAft>
                <a:spcPts val="0"/>
              </a:spcAft>
              <a:buClr>
                <a:srgbClr val="000000"/>
              </a:buClr>
              <a:buSzPts val="1000"/>
              <a:buFont typeface="Arial"/>
              <a:buChar char="•"/>
            </a:pPr>
            <a:r>
              <a:rPr b="0" i="0" lang="ja-JP" sz="1000" u="none" cap="none" strike="noStrike">
                <a:solidFill>
                  <a:schemeClr val="lt1"/>
                </a:solidFill>
                <a:latin typeface="Meiryo"/>
                <a:ea typeface="Meiryo"/>
                <a:cs typeface="Meiryo"/>
                <a:sym typeface="Meiryo"/>
              </a:rPr>
              <a:t>アイデアづくりにAIを使った（AIと会話してアイデアを整理）／文章をAIで作った（説明文・要約など）／画像・イラストをAIで作った（素材作成・デザイン補助など）／音声をAIで処理した（音声→文字、文字→音声）／AIで感情分析をした／プログラムをAIに手伝ってもらった（コード生成・改善提案など）／カメラの映像・画像をAIで判定した（物体検出・表情判定など）／マイクやセンサーのデータをAIで分析した（異常検知・音声認識など）／既存のAIサービスを利用した（画像認識API・クラウドAI等）／自分たちでAIを学習させた（自前データで精度向上など）／その他（当てはまるものがない場合は自由記述で記載ください）</a:t>
            </a:r>
            <a:endParaRPr/>
          </a:p>
        </p:txBody>
      </p:sp>
      <p:sp>
        <p:nvSpPr>
          <p:cNvPr id="83" name="Google Shape;83;p18"/>
          <p:cNvSpPr/>
          <p:nvPr/>
        </p:nvSpPr>
        <p:spPr>
          <a:xfrm>
            <a:off x="9217153" y="670531"/>
            <a:ext cx="3420712" cy="13576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ja-JP" sz="12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Clr>
                <a:srgbClr val="000000"/>
              </a:buClr>
              <a:buSzPts val="1050"/>
              <a:buFont typeface="Arial"/>
              <a:buNone/>
            </a:pPr>
            <a:r>
              <a:t/>
            </a:r>
            <a:endParaRPr b="1"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※この１枚で「どんな作品か」が一目でわかるようまとめてください。後のスライドでより詳しい内容を書いてもらう場合もあります。</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※レイアウトは参考です。①~⑦の項目がすべて記載されていればレイアウトは自由に変更して構いません。</a:t>
            </a:r>
            <a:endParaRPr b="0" i="0" sz="1050" u="none" cap="none" strike="noStrike">
              <a:solidFill>
                <a:schemeClr val="lt1"/>
              </a:solidFill>
              <a:latin typeface="Meiryo"/>
              <a:ea typeface="Meiryo"/>
              <a:cs typeface="Meiryo"/>
              <a:sym typeface="Meiryo"/>
            </a:endParaRPr>
          </a:p>
        </p:txBody>
      </p:sp>
      <p:sp>
        <p:nvSpPr>
          <p:cNvPr id="84" name="Google Shape;84;p18"/>
          <p:cNvSpPr txBox="1"/>
          <p:nvPr/>
        </p:nvSpPr>
        <p:spPr>
          <a:xfrm>
            <a:off x="6553961" y="6577979"/>
            <a:ext cx="3467863" cy="46166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どんな場面で役立つか</a:t>
            </a:r>
            <a:endParaRPr/>
          </a:p>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どのような変化・改善が期待できるか</a:t>
            </a:r>
            <a:endParaRPr b="0" i="0" sz="1200" u="none" cap="none" strike="noStrike">
              <a:solidFill>
                <a:srgbClr val="000000"/>
              </a:solidFill>
              <a:latin typeface="Meiryo"/>
              <a:ea typeface="Meiryo"/>
              <a:cs typeface="Meiryo"/>
              <a:sym typeface="Meiryo"/>
            </a:endParaRPr>
          </a:p>
        </p:txBody>
      </p:sp>
      <p:sp>
        <p:nvSpPr>
          <p:cNvPr id="85" name="Google Shape;85;p18"/>
          <p:cNvSpPr txBox="1"/>
          <p:nvPr/>
        </p:nvSpPr>
        <p:spPr>
          <a:xfrm>
            <a:off x="6490147" y="3865732"/>
            <a:ext cx="2727006" cy="1015663"/>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右の付箋の中に記載されている選択肢から選んで記載してください。</a:t>
            </a:r>
            <a:endParaRPr b="0" i="0" sz="1200" u="none" cap="none" strike="noStrike">
              <a:solidFill>
                <a:srgbClr val="000000"/>
              </a:solidFill>
              <a:latin typeface="Meiryo"/>
              <a:ea typeface="Meiryo"/>
              <a:cs typeface="Meiryo"/>
              <a:sym typeface="Meiryo"/>
            </a:endParaRPr>
          </a:p>
          <a:p>
            <a:pPr indent="-171450" lvl="0" marL="171450" marR="0" rtl="0" algn="l">
              <a:lnSpc>
                <a:spcPct val="100000"/>
              </a:lnSpc>
              <a:spcBef>
                <a:spcPts val="0"/>
              </a:spcBef>
              <a:spcAft>
                <a:spcPts val="0"/>
              </a:spcAft>
              <a:buClr>
                <a:srgbClr val="000000"/>
              </a:buClr>
              <a:buSzPts val="1200"/>
              <a:buFont typeface="Arial"/>
              <a:buChar char="•"/>
            </a:pPr>
            <a:r>
              <a:rPr b="0" i="0" lang="ja-JP" sz="1200" u="none" cap="none" strike="noStrike">
                <a:solidFill>
                  <a:srgbClr val="000000"/>
                </a:solidFill>
                <a:latin typeface="Meiryo"/>
                <a:ea typeface="Meiryo"/>
                <a:cs typeface="Meiryo"/>
                <a:sym typeface="Meiryo"/>
              </a:rPr>
              <a:t>AIを使用した場合はその利用用途についても右の付箋を参考にして記載してください</a:t>
            </a:r>
            <a:endParaRPr b="0" i="0" sz="1200" u="none" cap="none" strike="noStrike">
              <a:solidFill>
                <a:srgbClr val="000000"/>
              </a:solidFill>
              <a:latin typeface="Meiryo"/>
              <a:ea typeface="Meiryo"/>
              <a:cs typeface="Meiryo"/>
              <a:sym typeface="Meiry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0"/>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作品詳細①（課題・背景）　</a:t>
            </a:r>
            <a:endParaRPr b="1" i="0" sz="1600" u="none" cap="none" strike="noStrike">
              <a:solidFill>
                <a:schemeClr val="dk1"/>
              </a:solidFill>
              <a:latin typeface="Meiryo"/>
              <a:ea typeface="Meiryo"/>
              <a:cs typeface="Meiryo"/>
              <a:sym typeface="Meiryo"/>
            </a:endParaRPr>
          </a:p>
        </p:txBody>
      </p:sp>
      <p:sp>
        <p:nvSpPr>
          <p:cNvPr id="91" name="Google Shape;91;p10"/>
          <p:cNvSpPr/>
          <p:nvPr/>
        </p:nvSpPr>
        <p:spPr>
          <a:xfrm>
            <a:off x="7097365" y="5748740"/>
            <a:ext cx="3420712" cy="13576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ja-JP" sz="12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Clr>
                <a:srgbClr val="000000"/>
              </a:buClr>
              <a:buSzPts val="1050"/>
              <a:buFont typeface="Arial"/>
              <a:buNone/>
            </a:pPr>
            <a:r>
              <a:t/>
            </a:r>
            <a:endParaRPr b="1"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※４つの項目がすべて記載されていればレイアウトは自由に変更して構いません。</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※１ページに４項目が収まるように作成してください</a:t>
            </a:r>
            <a:endParaRPr b="0" i="0" sz="1050" u="none" cap="none" strike="noStrike">
              <a:solidFill>
                <a:schemeClr val="lt1"/>
              </a:solidFill>
              <a:latin typeface="Meiryo"/>
              <a:ea typeface="Meiryo"/>
              <a:cs typeface="Meiryo"/>
              <a:sym typeface="Meiryo"/>
            </a:endParaRPr>
          </a:p>
        </p:txBody>
      </p:sp>
      <p:sp>
        <p:nvSpPr>
          <p:cNvPr id="92" name="Google Shape;92;p10"/>
          <p:cNvSpPr txBox="1"/>
          <p:nvPr/>
        </p:nvSpPr>
        <p:spPr>
          <a:xfrm>
            <a:off x="393700" y="1005840"/>
            <a:ext cx="8320532" cy="397031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 取り組む課題【必須】</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誰の、どのような困りごとを解決したいか書きます。</a:t>
            </a:r>
            <a:br>
              <a:rPr b="0" i="0" lang="ja-JP" sz="1400" u="none" cap="none" strike="noStrike">
                <a:solidFill>
                  <a:srgbClr val="000000"/>
                </a:solidFill>
                <a:latin typeface="Meiryo"/>
                <a:ea typeface="Meiryo"/>
                <a:cs typeface="Meiryo"/>
                <a:sym typeface="Meiryo"/>
              </a:rPr>
            </a:b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課題の背景・現状【必須】</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「どうしてその課題があると気づいたのか」を書きます。</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（観察・アンケート・自分の体験など）</a:t>
            </a:r>
            <a:endParaRPr b="0" i="0" sz="14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rPr b="1" i="0" lang="ja-JP" sz="1400" u="none" cap="none" strike="noStrike">
                <a:solidFill>
                  <a:srgbClr val="000000"/>
                </a:solidFill>
                <a:latin typeface="Meiryo"/>
                <a:ea typeface="Meiryo"/>
                <a:cs typeface="Meiryo"/>
                <a:sym typeface="Meiryo"/>
              </a:rPr>
              <a:t>　</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課題の重要性【必須】</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「なぜ今、この課題に取り組む必要があるのか？」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「その課題を放っておくと何が起きる？」を書きます。</a:t>
            </a:r>
            <a:endParaRPr b="0" i="0" sz="14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br>
              <a:rPr b="0" i="0" lang="ja-JP" sz="1400" u="none" cap="none" strike="noStrike">
                <a:solidFill>
                  <a:srgbClr val="000000"/>
                </a:solidFill>
                <a:latin typeface="Meiryo"/>
                <a:ea typeface="Meiryo"/>
                <a:cs typeface="Meiryo"/>
                <a:sym typeface="Meiryo"/>
              </a:rPr>
            </a:b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 課題構造の整理【必須】</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課題の原因や、関係する人たちへの影響を、図や箇条書きで整理します。</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難しい分析は必要ありません。「課題をどう捉えているか」が伝われば十分です。</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次の5つをヒントにまとめてみてください。</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「だれが困っている？」「どんなことで困っている？」「その原因になっていそうなことは？」「その結果、誰にどんな影響が出ている？」「それを解決するためにこんな手法が必要そうだ」</a:t>
            </a:r>
            <a:endParaRPr/>
          </a:p>
        </p:txBody>
      </p:sp>
      <p:sp>
        <p:nvSpPr>
          <p:cNvPr id="93" name="Google Shape;93;p10"/>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作品詳細②（利用シーンと価値）　</a:t>
            </a:r>
            <a:endParaRPr b="1" i="0" sz="1600" u="none" cap="none" strike="noStrike">
              <a:solidFill>
                <a:schemeClr val="dk1"/>
              </a:solidFill>
              <a:latin typeface="Meiryo"/>
              <a:ea typeface="Meiryo"/>
              <a:cs typeface="Meiryo"/>
              <a:sym typeface="Meiryo"/>
            </a:endParaRPr>
          </a:p>
        </p:txBody>
      </p:sp>
      <p:sp>
        <p:nvSpPr>
          <p:cNvPr id="99" name="Google Shape;99;p19"/>
          <p:cNvSpPr/>
          <p:nvPr/>
        </p:nvSpPr>
        <p:spPr>
          <a:xfrm>
            <a:off x="6978493" y="5552398"/>
            <a:ext cx="3420712" cy="17310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ja-JP" sz="12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Clr>
                <a:srgbClr val="000000"/>
              </a:buClr>
              <a:buSzPts val="1050"/>
              <a:buFont typeface="Arial"/>
              <a:buNone/>
            </a:pPr>
            <a:r>
              <a:t/>
            </a:r>
            <a:endParaRPr b="1"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このページでは、あなたの作品が “どんな人の、どんな場面で” 使われて、“どんな良いことが起きるか” を分かりやすくまとめます。</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※４つの項目がすべて記載されていればレイアウトは自由に変更して構いません。</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※１ページに４項目が収まるように作成してください</a:t>
            </a:r>
            <a:endParaRPr b="0" i="0" sz="1050" u="none" cap="none" strike="noStrike">
              <a:solidFill>
                <a:schemeClr val="lt1"/>
              </a:solidFill>
              <a:latin typeface="Meiryo"/>
              <a:ea typeface="Meiryo"/>
              <a:cs typeface="Meiryo"/>
              <a:sym typeface="Meiryo"/>
            </a:endParaRPr>
          </a:p>
        </p:txBody>
      </p:sp>
      <p:sp>
        <p:nvSpPr>
          <p:cNvPr id="100" name="Google Shape;100;p19"/>
          <p:cNvSpPr txBox="1"/>
          <p:nvPr/>
        </p:nvSpPr>
        <p:spPr>
          <a:xfrm>
            <a:off x="503428" y="1123138"/>
            <a:ext cx="9600692" cy="310854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どんな場面でどんな人が使うのか（利用シーン）【必須】</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この作品を使うことでどんな良い効果が生まれるのか（価値創出） 【必須】</a:t>
            </a:r>
            <a:endParaRPr b="1" i="0" sz="1400" u="none" cap="none" strike="noStrike">
              <a:solidFill>
                <a:srgbClr val="000000"/>
              </a:solidFill>
              <a:latin typeface="Meiryo"/>
              <a:ea typeface="Meiryo"/>
              <a:cs typeface="Meiryo"/>
              <a:sym typeface="Meiryo"/>
            </a:endParaRPr>
          </a:p>
          <a:p>
            <a:pPr indent="-196850" lvl="0" marL="285750" marR="0" rtl="0" algn="l">
              <a:lnSpc>
                <a:spcPct val="100000"/>
              </a:lnSpc>
              <a:spcBef>
                <a:spcPts val="0"/>
              </a:spcBef>
              <a:spcAft>
                <a:spcPts val="0"/>
              </a:spcAft>
              <a:buClr>
                <a:srgbClr val="000000"/>
              </a:buClr>
              <a:buSzPts val="1400"/>
              <a:buFont typeface="Noto Sans Symbols"/>
              <a:buNone/>
            </a:pPr>
            <a:r>
              <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ほかの場面や人に広げられるか（波及効果） 【必須】</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この作品が、ほかの場所や他の人にも使える（広がる）かどうかを</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「どこで使えるか」「誰が使えるか」「なぜ使えるのか」の観点で書いてください。</a:t>
            </a:r>
            <a:endParaRPr b="0" i="0" sz="14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安心して使えるように工夫している点（社会受容性） 【必須】</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この作品が、使う人にとって受け入れやすいものになるように、どんな工夫をしましたか？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例えば下記の観点で整理してみてください。</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・使う人の負担が増えない工夫はあるか？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・個人情報やプライバシーへの配慮はあるか？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・使う人が不安や怖さを感じないような工夫はあるか？</a:t>
            </a:r>
            <a:endParaRPr/>
          </a:p>
        </p:txBody>
      </p:sp>
      <p:sp>
        <p:nvSpPr>
          <p:cNvPr id="101" name="Google Shape;101;p19"/>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作品詳細③（開発概要）　</a:t>
            </a:r>
            <a:endParaRPr b="1" i="0" sz="1600" u="none" cap="none" strike="noStrike">
              <a:solidFill>
                <a:schemeClr val="dk1"/>
              </a:solidFill>
              <a:latin typeface="Meiryo"/>
              <a:ea typeface="Meiryo"/>
              <a:cs typeface="Meiryo"/>
              <a:sym typeface="Meiryo"/>
            </a:endParaRPr>
          </a:p>
        </p:txBody>
      </p:sp>
      <p:sp>
        <p:nvSpPr>
          <p:cNvPr id="107" name="Google Shape;107;p20"/>
          <p:cNvSpPr/>
          <p:nvPr/>
        </p:nvSpPr>
        <p:spPr>
          <a:xfrm>
            <a:off x="6978493" y="5552398"/>
            <a:ext cx="3420712" cy="17310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ja-JP" sz="12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Clr>
                <a:srgbClr val="000000"/>
              </a:buClr>
              <a:buSzPts val="1050"/>
              <a:buFont typeface="Arial"/>
              <a:buNone/>
            </a:pPr>
            <a:r>
              <a:t/>
            </a:r>
            <a:endParaRPr b="1"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このページでは、作品の全体像（どんなしくみで動いているのか）を分かりやすく説明します。</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※5つの項目がすべて記載されていればレイアウトは自由に変更して構いません。</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※１ページに5項目が収まるように作成してください</a:t>
            </a:r>
            <a:endParaRPr b="0" i="0" sz="1050" u="none" cap="none" strike="noStrike">
              <a:solidFill>
                <a:schemeClr val="lt1"/>
              </a:solidFill>
              <a:latin typeface="Meiryo"/>
              <a:ea typeface="Meiryo"/>
              <a:cs typeface="Meiryo"/>
              <a:sym typeface="Meiryo"/>
            </a:endParaRPr>
          </a:p>
        </p:txBody>
      </p:sp>
      <p:sp>
        <p:nvSpPr>
          <p:cNvPr id="108" name="Google Shape;108;p20"/>
          <p:cNvSpPr txBox="1"/>
          <p:nvPr/>
        </p:nvSpPr>
        <p:spPr>
          <a:xfrm>
            <a:off x="503428" y="1123138"/>
            <a:ext cx="9317228" cy="547842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作品の目的（何を達成したい？）【必須】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どんな問題を解決したい？</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何を良くしたい？</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この作品を使うとどんな状態になることを目指している？</a:t>
            </a:r>
            <a:endParaRPr b="0" i="0" sz="1400" u="none" cap="none" strike="noStrike">
              <a:solidFill>
                <a:srgbClr val="000000"/>
              </a:solidFill>
              <a:latin typeface="Meiryo"/>
              <a:ea typeface="Meiryo"/>
              <a:cs typeface="Meiryo"/>
              <a:sym typeface="Meiryo"/>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全体のしくみ（どう動く？）【必須】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入力 → 処理 → 出力 の流れが分かる</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図・矢印などを使って「大まかな流れ」を示す</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どこでデータを取り、どこで判断し、どこに表示／通知するか、または何をどのように動かすかを示す</a:t>
            </a:r>
            <a:endParaRPr b="0" i="0" sz="14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rPr b="0" i="0" lang="ja-JP" sz="1400" u="none" cap="none" strike="noStrike">
                <a:solidFill>
                  <a:srgbClr val="000000"/>
                </a:solidFill>
                <a:latin typeface="Meiryo"/>
                <a:ea typeface="Meiryo"/>
                <a:cs typeface="Meiryo"/>
                <a:sym typeface="Meiryo"/>
              </a:rPr>
              <a:t>（※文章のみでもOKですが、できれば図など視覚的な情報があると理解しやすい）</a:t>
            </a:r>
            <a:br>
              <a:rPr b="0" i="0" lang="ja-JP" sz="1400" u="none" cap="none" strike="noStrike">
                <a:solidFill>
                  <a:srgbClr val="000000"/>
                </a:solidFill>
                <a:latin typeface="Meiryo"/>
                <a:ea typeface="Meiryo"/>
                <a:cs typeface="Meiryo"/>
                <a:sym typeface="Meiryo"/>
              </a:rPr>
            </a:b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主な機能（この作品ができること）【必須】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この作品が“できること”を書く</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機能ごとに、何をするものなのか説明</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「利用者がこの作品を使用することによって何ができるようになるか」で書くと分かりやすい</a:t>
            </a:r>
            <a:endParaRPr b="0" i="0" sz="14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技術のポイント（使っている技術・ツール）【必須】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使用した言語・サービス・デバイスなどを整理して書く　</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…「AI」「IoT」「センサー」「クラウド」など大まかな分類でもOK</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どの技術がどの部分に関係しているか、簡潔に書く</a:t>
            </a:r>
            <a:endParaRPr b="0" i="0" sz="1400" u="none" cap="none" strike="noStrike">
              <a:solidFill>
                <a:srgbClr val="000000"/>
              </a:solidFill>
              <a:latin typeface="Meiryo"/>
              <a:ea typeface="Meiryo"/>
              <a:cs typeface="Meiryo"/>
              <a:sym typeface="Meiryo"/>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工夫した点・独自のポイント（新しさや差別化）【必須】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今までの方法と比べて、特に工夫した点はどこですか？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利用者のために自分たちなりに考えたことは？</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小さな工夫でも必ず1つは書いてみてください</a:t>
            </a:r>
            <a:endParaRPr/>
          </a:p>
        </p:txBody>
      </p:sp>
      <p:sp>
        <p:nvSpPr>
          <p:cNvPr id="109" name="Google Shape;109;p20"/>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作品詳細④（システム構成図）　</a:t>
            </a:r>
            <a:endParaRPr b="1" i="0" sz="1600" u="none" cap="none" strike="noStrike">
              <a:solidFill>
                <a:schemeClr val="dk1"/>
              </a:solidFill>
              <a:latin typeface="Meiryo"/>
              <a:ea typeface="Meiryo"/>
              <a:cs typeface="Meiryo"/>
              <a:sym typeface="Meiryo"/>
            </a:endParaRPr>
          </a:p>
        </p:txBody>
      </p:sp>
      <p:sp>
        <p:nvSpPr>
          <p:cNvPr id="115" name="Google Shape;115;p21"/>
          <p:cNvSpPr/>
          <p:nvPr/>
        </p:nvSpPr>
        <p:spPr>
          <a:xfrm>
            <a:off x="6978493" y="5552398"/>
            <a:ext cx="3420712" cy="17310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ja-JP" sz="12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Clr>
                <a:srgbClr val="000000"/>
              </a:buClr>
              <a:buSzPts val="1050"/>
              <a:buFont typeface="Arial"/>
              <a:buNone/>
            </a:pPr>
            <a:r>
              <a:t/>
            </a:r>
            <a:endParaRPr b="1"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このページでは、作品を“使う人”にとって、分かりやすく・使いやすくなるように工夫した点をまとめます。</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※１ページに収まるように作成してください</a:t>
            </a:r>
            <a:endParaRPr b="0" i="0" sz="1050" u="none" cap="none" strike="noStrike">
              <a:solidFill>
                <a:schemeClr val="lt1"/>
              </a:solidFill>
              <a:latin typeface="Meiryo"/>
              <a:ea typeface="Meiryo"/>
              <a:cs typeface="Meiryo"/>
              <a:sym typeface="Meiryo"/>
            </a:endParaRPr>
          </a:p>
        </p:txBody>
      </p:sp>
      <p:sp>
        <p:nvSpPr>
          <p:cNvPr id="116" name="Google Shape;116;p21"/>
          <p:cNvSpPr txBox="1"/>
          <p:nvPr/>
        </p:nvSpPr>
        <p:spPr>
          <a:xfrm>
            <a:off x="457708" y="967690"/>
            <a:ext cx="9317228" cy="2893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システム構成図【必須】</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「入力 → 処理 → 出力」の流れが分かるように図を描いてください。</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書き方のヒント</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・どこで情報を集めていますか？（入力）</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・どこで判断・計算していますか？（処理）</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・結果はどこに表示・通知されますか？（出力）</a:t>
            </a:r>
            <a:endParaRPr b="0" i="0" sz="1400" u="none" cap="none" strike="noStrike">
              <a:solidFill>
                <a:srgbClr val="000000"/>
              </a:solidFill>
              <a:latin typeface="Meiryo"/>
              <a:ea typeface="Meiryo"/>
              <a:cs typeface="Meiryo"/>
              <a:sym typeface="Meiryo"/>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アイデア段階の作品でも記載できます。人が行う操作や、情報・工程が 「どんな順番でつながっているか」を示してください。</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アイデア段階の場合の書き方ヒント</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・人の操作の流れは？（誰が → 次に何をする？）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・情報の流れは？（何を受け取って → どう処理して → どう表示する？）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・動作の流れは？（どんなきっかけで → 何が起きる？）</a:t>
            </a:r>
            <a:endParaRPr b="0" i="0" sz="1400" u="none" cap="none" strike="noStrike">
              <a:solidFill>
                <a:srgbClr val="000000"/>
              </a:solidFill>
              <a:latin typeface="Meiryo"/>
              <a:ea typeface="Meiryo"/>
              <a:cs typeface="Meiryo"/>
              <a:sym typeface="Meiryo"/>
            </a:endParaRPr>
          </a:p>
        </p:txBody>
      </p:sp>
      <p:sp>
        <p:nvSpPr>
          <p:cNvPr id="117" name="Google Shape;117;p21"/>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作品詳細⑤（処理の流れ）　</a:t>
            </a:r>
            <a:endParaRPr b="1" i="0" sz="1600" u="none" cap="none" strike="noStrike">
              <a:solidFill>
                <a:schemeClr val="dk1"/>
              </a:solidFill>
              <a:latin typeface="Meiryo"/>
              <a:ea typeface="Meiryo"/>
              <a:cs typeface="Meiryo"/>
              <a:sym typeface="Meiryo"/>
            </a:endParaRPr>
          </a:p>
        </p:txBody>
      </p:sp>
      <p:sp>
        <p:nvSpPr>
          <p:cNvPr id="123" name="Google Shape;123;p22"/>
          <p:cNvSpPr/>
          <p:nvPr/>
        </p:nvSpPr>
        <p:spPr>
          <a:xfrm>
            <a:off x="8174518" y="1671023"/>
            <a:ext cx="3420600" cy="1731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ja-JP" sz="12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Clr>
                <a:srgbClr val="000000"/>
              </a:buClr>
              <a:buSzPts val="1050"/>
              <a:buFont typeface="Arial"/>
              <a:buNone/>
            </a:pPr>
            <a:r>
              <a:t/>
            </a:r>
            <a:endParaRPr b="1"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このページでは、作品の「処理の流れ」を図や箇条書きでまとめます。コードを書く必要はありません。“どんな順番で何をしているか”記載されていればOKです。</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※１ページに収まるように作成してください</a:t>
            </a:r>
            <a:endParaRPr b="0" i="0" sz="1050" u="none" cap="none" strike="noStrike">
              <a:solidFill>
                <a:schemeClr val="lt1"/>
              </a:solidFill>
              <a:latin typeface="Meiryo"/>
              <a:ea typeface="Meiryo"/>
              <a:cs typeface="Meiryo"/>
              <a:sym typeface="Meiryo"/>
            </a:endParaRPr>
          </a:p>
        </p:txBody>
      </p:sp>
      <p:sp>
        <p:nvSpPr>
          <p:cNvPr id="124" name="Google Shape;124;p22"/>
          <p:cNvSpPr txBox="1"/>
          <p:nvPr/>
        </p:nvSpPr>
        <p:spPr>
          <a:xfrm>
            <a:off x="475996" y="1049986"/>
            <a:ext cx="9573300" cy="5048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アルゴリズム（処理の流れ）【必須】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「手順」や「判断の流れ」を書いてください。プログラムのコードを書く必要はありません。</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・アイデア段階の作品でもアルゴリズム（処理の流れ）は書いてください。</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「入力 → 条件分岐 →（必要なら繰り返し）→ 出力」の流れが分かればOKです。</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書き方のヒント</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・どんな情報が入力される？（入力）</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・どの条件で選択が変わる？（条件分岐）</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・何度も行う操作はある？（繰り返し）</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・最終的に何が分かる／どう動く？（出力）</a:t>
            </a:r>
            <a:br>
              <a:rPr b="0" i="0" lang="ja-JP" sz="1400" u="none" cap="none" strike="noStrike">
                <a:solidFill>
                  <a:srgbClr val="000000"/>
                </a:solidFill>
                <a:latin typeface="Meiryo"/>
                <a:ea typeface="Meiryo"/>
                <a:cs typeface="Meiryo"/>
                <a:sym typeface="Meiryo"/>
              </a:rPr>
            </a:b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アイデア段階の場合の書き方ヒント</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・ステップごとの作業手順を書く（手順書方式）「まず〇〇する → 次に△△する → 最後に□□する」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・条件分岐は“選択肢”として書く「Aを選んだら次はXへ進む／BならYへ」</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・繰り返しは“何回もする操作”として書く「毎日入力する」「〜になるまで繰り返す　」</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・出力は“結果として何がわかるか”を書く「メッセージが表示される」「グラフがみえる」「ロボットが動く」</a:t>
            </a:r>
            <a:endParaRPr b="0" i="0" sz="1400" u="none" cap="none" strike="noStrike">
              <a:solidFill>
                <a:srgbClr val="000000"/>
              </a:solidFill>
              <a:latin typeface="Meiryo"/>
              <a:ea typeface="Meiryo"/>
              <a:cs typeface="Meiryo"/>
              <a:sym typeface="Meiryo"/>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ソースコード格納先【任意】</a:t>
            </a:r>
            <a:endParaRPr/>
          </a:p>
          <a:p>
            <a:pPr indent="-285750" lvl="0" marL="285750" marR="0" rtl="0" algn="l">
              <a:lnSpc>
                <a:spcPct val="100000"/>
              </a:lnSpc>
              <a:spcBef>
                <a:spcPts val="0"/>
              </a:spcBef>
              <a:spcAft>
                <a:spcPts val="0"/>
              </a:spcAft>
              <a:buClr>
                <a:srgbClr val="000000"/>
              </a:buClr>
              <a:buSzPts val="1400"/>
              <a:buFont typeface="Arial"/>
              <a:buChar char="•"/>
            </a:pPr>
            <a:r>
              <a:rPr lang="ja-JP">
                <a:latin typeface="Meiryo"/>
                <a:ea typeface="Meiryo"/>
                <a:cs typeface="Meiryo"/>
                <a:sym typeface="Meiryo"/>
              </a:rPr>
              <a:t>プログラムを作成した場合は、ソースコードを格納しているリンク先を記載してください（ソースコードの応募用紙への貼り付けは禁止） 。</a:t>
            </a:r>
            <a:endParaRPr>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lang="ja-JP">
                <a:latin typeface="Meiryo"/>
                <a:ea typeface="Meiryo"/>
                <a:cs typeface="Meiryo"/>
                <a:sym typeface="Meiryo"/>
              </a:rPr>
              <a:t>特別なアカウント登録や権限付与を必要とせず、複数の審査員が閲覧可能な設定としてください 。</a:t>
            </a:r>
            <a:endParaRPr>
              <a:latin typeface="Meiryo"/>
              <a:ea typeface="Meiryo"/>
              <a:cs typeface="Meiryo"/>
              <a:sym typeface="Meiryo"/>
            </a:endParaRPr>
          </a:p>
          <a:p>
            <a:pPr indent="0" lvl="0" marL="457200" marR="0" rtl="0" algn="l">
              <a:lnSpc>
                <a:spcPct val="100000"/>
              </a:lnSpc>
              <a:spcBef>
                <a:spcPts val="0"/>
              </a:spcBef>
              <a:spcAft>
                <a:spcPts val="0"/>
              </a:spcAft>
              <a:buNone/>
            </a:pPr>
            <a:r>
              <a:rPr lang="ja-JP">
                <a:latin typeface="Meiryo"/>
                <a:ea typeface="Meiryo"/>
                <a:cs typeface="Meiryo"/>
                <a:sym typeface="Meiryo"/>
              </a:rPr>
              <a:t> ※閲覧権限の制限により審査員がアクセスできない場合は、ソースコードの評価は行われず、当該部分は審査対象外として扱われます。提出前に第三者が閲覧できる状態になっているか、必ずご自身でテストを行ってください。</a:t>
            </a:r>
            <a:endParaRPr>
              <a:latin typeface="Meiryo"/>
              <a:ea typeface="Meiryo"/>
              <a:cs typeface="Meiryo"/>
              <a:sym typeface="Meiryo"/>
            </a:endParaRPr>
          </a:p>
        </p:txBody>
      </p:sp>
      <p:sp>
        <p:nvSpPr>
          <p:cNvPr id="125" name="Google Shape;125;p22"/>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作品詳細⑥（作品の形）　</a:t>
            </a:r>
            <a:endParaRPr b="1" i="0" sz="1600" u="none" cap="none" strike="noStrike">
              <a:solidFill>
                <a:schemeClr val="dk1"/>
              </a:solidFill>
              <a:latin typeface="Meiryo"/>
              <a:ea typeface="Meiryo"/>
              <a:cs typeface="Meiryo"/>
              <a:sym typeface="Meiryo"/>
            </a:endParaRPr>
          </a:p>
        </p:txBody>
      </p:sp>
      <p:sp>
        <p:nvSpPr>
          <p:cNvPr id="131" name="Google Shape;131;p23"/>
          <p:cNvSpPr/>
          <p:nvPr/>
        </p:nvSpPr>
        <p:spPr>
          <a:xfrm>
            <a:off x="6978493" y="5552398"/>
            <a:ext cx="3420712" cy="17310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ja-JP" sz="12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Clr>
                <a:srgbClr val="000000"/>
              </a:buClr>
              <a:buSzPts val="1050"/>
              <a:buFont typeface="Arial"/>
              <a:buNone/>
            </a:pPr>
            <a:r>
              <a:t/>
            </a:r>
            <a:endParaRPr b="1"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このページでは、作品がどんな形をしているのか、一目で分かるように示すページです。</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※１ページに収まるように作成してください</a:t>
            </a:r>
            <a:endParaRPr b="0" i="0" sz="1050" u="none" cap="none" strike="noStrike">
              <a:solidFill>
                <a:schemeClr val="lt1"/>
              </a:solidFill>
              <a:latin typeface="Meiryo"/>
              <a:ea typeface="Meiryo"/>
              <a:cs typeface="Meiryo"/>
              <a:sym typeface="Meiryo"/>
            </a:endParaRPr>
          </a:p>
        </p:txBody>
      </p:sp>
      <p:sp>
        <p:nvSpPr>
          <p:cNvPr id="132" name="Google Shape;132;p23"/>
          <p:cNvSpPr txBox="1"/>
          <p:nvPr/>
        </p:nvSpPr>
        <p:spPr>
          <a:xfrm>
            <a:off x="475996" y="1049986"/>
            <a:ext cx="9573260" cy="246221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作品の形（UI・見た目・全体の構造）【必須】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作品がどのような形をしているか、画面や外観などを分かりやすく示してください。全体の写真、スクリーンショット、図、手書きスケッチなど、どの形式でも構いません。</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このページでは「作品の見た目」を中心に載せてください。</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動作している様子を撮影した動画リンク（任意）も掲載できます。（PDFで提出いただきますので動画は埋め込まないようにしてください）</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書き方のヒント</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・どんな画面（または外観）をしていますか？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・どこに何が配置されていますか？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・スマホ・PC・装置…どんな媒体で動きますか？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・重要な画面（または外観）は全部載せましょう</a:t>
            </a:r>
            <a:endParaRPr b="0" i="0" sz="1400" u="none" cap="none" strike="noStrike">
              <a:solidFill>
                <a:srgbClr val="000000"/>
              </a:solidFill>
              <a:latin typeface="Meiryo"/>
              <a:ea typeface="Meiryo"/>
              <a:cs typeface="Meiryo"/>
              <a:sym typeface="Meiryo"/>
            </a:endParaRPr>
          </a:p>
        </p:txBody>
      </p:sp>
      <p:sp>
        <p:nvSpPr>
          <p:cNvPr id="133" name="Google Shape;133;p23"/>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作品詳細⑦（使いやすさと見せ方の工夫）　</a:t>
            </a:r>
            <a:endParaRPr b="1" i="0" sz="1600" u="none" cap="none" strike="noStrike">
              <a:solidFill>
                <a:schemeClr val="dk1"/>
              </a:solidFill>
              <a:latin typeface="Meiryo"/>
              <a:ea typeface="Meiryo"/>
              <a:cs typeface="Meiryo"/>
              <a:sym typeface="Meiryo"/>
            </a:endParaRPr>
          </a:p>
        </p:txBody>
      </p:sp>
      <p:sp>
        <p:nvSpPr>
          <p:cNvPr id="139" name="Google Shape;139;p24"/>
          <p:cNvSpPr/>
          <p:nvPr/>
        </p:nvSpPr>
        <p:spPr>
          <a:xfrm>
            <a:off x="6978493" y="5552398"/>
            <a:ext cx="3420712" cy="17310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ja-JP" sz="12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Clr>
                <a:srgbClr val="000000"/>
              </a:buClr>
              <a:buSzPts val="1050"/>
              <a:buFont typeface="Arial"/>
              <a:buNone/>
            </a:pPr>
            <a:r>
              <a:t/>
            </a:r>
            <a:endParaRPr b="1"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このページでは、作品を使う人にとって “わかりやすく・使いやすく” なるように工夫した点をまとめます。※１ページに収まるように作成してください</a:t>
            </a:r>
            <a:endParaRPr b="0" i="0" sz="1050" u="none" cap="none" strike="noStrike">
              <a:solidFill>
                <a:schemeClr val="lt1"/>
              </a:solidFill>
              <a:latin typeface="Meiryo"/>
              <a:ea typeface="Meiryo"/>
              <a:cs typeface="Meiryo"/>
              <a:sym typeface="Meiryo"/>
            </a:endParaRPr>
          </a:p>
        </p:txBody>
      </p:sp>
      <p:sp>
        <p:nvSpPr>
          <p:cNvPr id="140" name="Google Shape;140;p24"/>
          <p:cNvSpPr txBox="1"/>
          <p:nvPr/>
        </p:nvSpPr>
        <p:spPr>
          <a:xfrm>
            <a:off x="475996" y="1049986"/>
            <a:ext cx="9573260" cy="160043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使いやすさと見せ方の工夫【必須】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作品を使う人にとって、分かりやすく・使いやすくするために工夫した点を記載してください。</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書き方のヒント</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・どのようにすれば分かりやすくなると考えましたか？</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・使う場面に合わせて工夫した点は？</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・初めて使う人でも迷わないようにした点は？</a:t>
            </a:r>
            <a:br>
              <a:rPr b="0" i="0" lang="ja-JP" sz="1400" u="none" cap="none" strike="noStrike">
                <a:solidFill>
                  <a:srgbClr val="000000"/>
                </a:solidFill>
                <a:latin typeface="Meiryo"/>
                <a:ea typeface="Meiryo"/>
                <a:cs typeface="Meiryo"/>
                <a:sym typeface="Meiryo"/>
              </a:rPr>
            </a:br>
            <a:r>
              <a:rPr b="0" i="0" lang="ja-JP" sz="1400" u="none" cap="none" strike="noStrike">
                <a:solidFill>
                  <a:srgbClr val="000000"/>
                </a:solidFill>
                <a:latin typeface="Meiryo"/>
                <a:ea typeface="Meiryo"/>
                <a:cs typeface="Meiryo"/>
                <a:sym typeface="Meiryo"/>
              </a:rPr>
              <a:t>・誰にでも使いやすい工夫は？</a:t>
            </a:r>
            <a:endParaRPr/>
          </a:p>
        </p:txBody>
      </p:sp>
      <p:sp>
        <p:nvSpPr>
          <p:cNvPr id="141" name="Google Shape;141;p24"/>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作品詳細⑧（探究のプロセス）　</a:t>
            </a:r>
            <a:endParaRPr b="1" i="0" sz="1600" u="none" cap="none" strike="noStrike">
              <a:solidFill>
                <a:schemeClr val="dk1"/>
              </a:solidFill>
              <a:latin typeface="Meiryo"/>
              <a:ea typeface="Meiryo"/>
              <a:cs typeface="Meiryo"/>
              <a:sym typeface="Meiryo"/>
            </a:endParaRPr>
          </a:p>
        </p:txBody>
      </p:sp>
      <p:sp>
        <p:nvSpPr>
          <p:cNvPr id="147" name="Google Shape;147;p25"/>
          <p:cNvSpPr/>
          <p:nvPr/>
        </p:nvSpPr>
        <p:spPr>
          <a:xfrm>
            <a:off x="6978493" y="5552398"/>
            <a:ext cx="3420712" cy="17310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ja-JP" sz="12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Clr>
                <a:srgbClr val="000000"/>
              </a:buClr>
              <a:buSzPts val="1050"/>
              <a:buFont typeface="Arial"/>
              <a:buNone/>
            </a:pPr>
            <a:r>
              <a:t/>
            </a:r>
            <a:endParaRPr b="1"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このページでは、どんな「もやもや」から始まり、何を試し、どんな気づきを得て、問いがどう変わっていったかをまとめます。文章でも図でも構いません。</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※１ページに収まるように作成してください</a:t>
            </a:r>
            <a:endParaRPr b="0" i="0" sz="1050" u="none" cap="none" strike="noStrike">
              <a:solidFill>
                <a:schemeClr val="lt1"/>
              </a:solidFill>
              <a:latin typeface="Meiryo"/>
              <a:ea typeface="Meiryo"/>
              <a:cs typeface="Meiryo"/>
              <a:sym typeface="Meiryo"/>
            </a:endParaRPr>
          </a:p>
        </p:txBody>
      </p:sp>
      <p:sp>
        <p:nvSpPr>
          <p:cNvPr id="148" name="Google Shape;148;p25"/>
          <p:cNvSpPr txBox="1"/>
          <p:nvPr/>
        </p:nvSpPr>
        <p:spPr>
          <a:xfrm>
            <a:off x="499443" y="1053169"/>
            <a:ext cx="9573260" cy="526297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最初の「もやもや」はどんなものでしたか？【必須】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なんとなく気になったこと違和感を覚えたこと</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「これ、なんでだろう？」と思った瞬間　 ※立派な問いでなくてOKです。</a:t>
            </a:r>
            <a:endParaRPr b="0" i="0" sz="1400" u="none" cap="none" strike="noStrike">
              <a:solidFill>
                <a:srgbClr val="000000"/>
              </a:solidFill>
              <a:latin typeface="Meiryo"/>
              <a:ea typeface="Meiryo"/>
              <a:cs typeface="Meiryo"/>
              <a:sym typeface="Meiryo"/>
            </a:endParaRPr>
          </a:p>
          <a:p>
            <a:pPr indent="-196850" lvl="0" marL="285750" marR="0" rtl="0" algn="l">
              <a:lnSpc>
                <a:spcPct val="100000"/>
              </a:lnSpc>
              <a:spcBef>
                <a:spcPts val="0"/>
              </a:spcBef>
              <a:spcAft>
                <a:spcPts val="0"/>
              </a:spcAft>
              <a:buClr>
                <a:srgbClr val="000000"/>
              </a:buClr>
              <a:buSzPts val="1400"/>
              <a:buFont typeface="Noto Sans Symbols"/>
              <a:buNone/>
            </a:pPr>
            <a:r>
              <a:t/>
            </a:r>
            <a:endParaRPr b="1"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調べたこと・試してみたことはなんですか？【必須】</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まずどんな行動をした？</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実験・観察・ヒアリング・試作どんな試行錯誤をしましたか？</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小さく試したものでもOK</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上手くいかなかったこと、失敗したことも書きましょう</a:t>
            </a:r>
            <a:endParaRPr b="0" i="0" sz="14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得られた気づき（変化の瞬間）【必須】</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やってみて気づいた “予想外のこと”</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新しく分かったこと意外だったこと</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「あれ？もしかして…」と思った点</a:t>
            </a:r>
            <a:endParaRPr b="0" i="0" sz="14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問いがどう変わったか【必須】</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最初の問いと今（制作後）に考える問い、どこが変わった？</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どんな視点が追加された？</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何を見落としていた？</a:t>
            </a:r>
            <a:endParaRPr b="0" i="0" sz="1400" u="none" cap="none" strike="noStrike">
              <a:solidFill>
                <a:srgbClr val="000000"/>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次にやってみたいこと【必須】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もっと時間があれば試したいこと</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改善したい点</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気づきから生まれた新しい問い</a:t>
            </a:r>
            <a:endParaRPr b="0" i="0" sz="1400" u="none" cap="none" strike="noStrike">
              <a:solidFill>
                <a:srgbClr val="000000"/>
              </a:solidFill>
              <a:latin typeface="Meiryo"/>
              <a:ea typeface="Meiryo"/>
              <a:cs typeface="Meiryo"/>
              <a:sym typeface="Meiryo"/>
            </a:endParaRPr>
          </a:p>
        </p:txBody>
      </p:sp>
      <p:sp>
        <p:nvSpPr>
          <p:cNvPr id="149" name="Google Shape;149;p25"/>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nvSpPr>
        <p:spPr>
          <a:xfrm>
            <a:off x="393700" y="276225"/>
            <a:ext cx="7223252" cy="257758"/>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i="0" lang="ja-JP" sz="1600" u="none" cap="none" strike="noStrike">
                <a:solidFill>
                  <a:schemeClr val="dk1"/>
                </a:solidFill>
                <a:latin typeface="Meiryo"/>
                <a:ea typeface="Meiryo"/>
                <a:cs typeface="Meiryo"/>
                <a:sym typeface="Meiryo"/>
              </a:rPr>
              <a:t>作品詳細⑨（倫理・法的遵守）　</a:t>
            </a:r>
            <a:endParaRPr b="1" i="0" sz="1600" u="none" cap="none" strike="noStrike">
              <a:solidFill>
                <a:schemeClr val="dk1"/>
              </a:solidFill>
              <a:latin typeface="Meiryo"/>
              <a:ea typeface="Meiryo"/>
              <a:cs typeface="Meiryo"/>
              <a:sym typeface="Meiryo"/>
            </a:endParaRPr>
          </a:p>
        </p:txBody>
      </p:sp>
      <p:sp>
        <p:nvSpPr>
          <p:cNvPr id="155" name="Google Shape;155;p26"/>
          <p:cNvSpPr/>
          <p:nvPr/>
        </p:nvSpPr>
        <p:spPr>
          <a:xfrm>
            <a:off x="6978493" y="5552398"/>
            <a:ext cx="3420712" cy="17310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ja-JP" sz="1200" u="none" cap="none" strike="noStrike">
                <a:solidFill>
                  <a:schemeClr val="lt1"/>
                </a:solidFill>
                <a:latin typeface="Meiryo"/>
                <a:ea typeface="Meiryo"/>
                <a:cs typeface="Meiryo"/>
                <a:sym typeface="Meiryo"/>
              </a:rPr>
              <a:t>【提出時、この付箋は削除してください】</a:t>
            </a:r>
            <a:endParaRPr/>
          </a:p>
          <a:p>
            <a:pPr indent="0" lvl="0" marL="0" marR="0" rtl="0" algn="l">
              <a:lnSpc>
                <a:spcPct val="100000"/>
              </a:lnSpc>
              <a:spcBef>
                <a:spcPts val="0"/>
              </a:spcBef>
              <a:spcAft>
                <a:spcPts val="0"/>
              </a:spcAft>
              <a:buClr>
                <a:srgbClr val="000000"/>
              </a:buClr>
              <a:buSzPts val="1050"/>
              <a:buFont typeface="Arial"/>
              <a:buNone/>
            </a:pPr>
            <a:r>
              <a:t/>
            </a:r>
            <a:endParaRPr b="1"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このページでは、作品を作る際に著作権・プライバシー・データの扱いなどに配慮した点 をまとめます。難しい法律用語を書く必要はありません。“安心して使える作品になっているか” を説明してください。</a:t>
            </a:r>
            <a:endParaRPr b="0" i="0" sz="1050" u="none" cap="none" strike="noStrike">
              <a:solidFill>
                <a:schemeClr val="lt1"/>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050"/>
              <a:buFont typeface="Arial"/>
              <a:buNone/>
            </a:pPr>
            <a:r>
              <a:rPr b="0" i="0" lang="ja-JP" sz="1050" u="none" cap="none" strike="noStrike">
                <a:solidFill>
                  <a:schemeClr val="lt1"/>
                </a:solidFill>
                <a:latin typeface="Meiryo"/>
                <a:ea typeface="Meiryo"/>
                <a:cs typeface="Meiryo"/>
                <a:sym typeface="Meiryo"/>
              </a:rPr>
              <a:t>※１ページに収まるように作成してください</a:t>
            </a:r>
            <a:endParaRPr b="0" i="0" sz="1050" u="none" cap="none" strike="noStrike">
              <a:solidFill>
                <a:schemeClr val="lt1"/>
              </a:solidFill>
              <a:latin typeface="Meiryo"/>
              <a:ea typeface="Meiryo"/>
              <a:cs typeface="Meiryo"/>
              <a:sym typeface="Meiryo"/>
            </a:endParaRPr>
          </a:p>
        </p:txBody>
      </p:sp>
      <p:sp>
        <p:nvSpPr>
          <p:cNvPr id="156" name="Google Shape;156;p26"/>
          <p:cNvSpPr txBox="1"/>
          <p:nvPr/>
        </p:nvSpPr>
        <p:spPr>
          <a:xfrm>
            <a:off x="452549" y="1186610"/>
            <a:ext cx="9801235" cy="483209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個人情報やプライバシーへの配慮【必須】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顔や声などの個人情報を扱う場合、どう配慮した？保存しない／匿名化した／必要な人だけが見られるようにした 等</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該当しない場合は「該当なし」と記載ください</a:t>
            </a:r>
            <a:endParaRPr b="0" i="0" sz="1400" u="none" cap="none" strike="noStrike">
              <a:solidFill>
                <a:srgbClr val="000000"/>
              </a:solidFill>
              <a:latin typeface="Meiryo"/>
              <a:ea typeface="Meiryo"/>
              <a:cs typeface="Meiryo"/>
              <a:sym typeface="Meiryo"/>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著作権・ライセンスの扱い【必須】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画像・音楽・プログラム・素材などは正しく利用している？他人の作品を使う場合は、どう許諾を得た？フリー素材の場合、利用条件を確認した？等</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該当しない場合は「該当なし」と記載ください</a:t>
            </a:r>
            <a:endParaRPr b="0" i="0" sz="1400" u="none" cap="none" strike="noStrike">
              <a:solidFill>
                <a:srgbClr val="000000"/>
              </a:solidFill>
              <a:latin typeface="Meiryo"/>
              <a:ea typeface="Meiryo"/>
              <a:cs typeface="Meiryo"/>
              <a:sym typeface="Meiryo"/>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 データの扱い（安全性）【必須】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収集したデータをどう管理している？不要なデータを残さない工夫は？安全に扱うための仕組みは？等</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該当しない場合は「該当なし」と記載ください</a:t>
            </a:r>
            <a:endParaRPr b="0" i="0" sz="1400" u="none" cap="none" strike="noStrike">
              <a:solidFill>
                <a:srgbClr val="000000"/>
              </a:solidFill>
              <a:latin typeface="Meiryo"/>
              <a:ea typeface="Meiryo"/>
              <a:cs typeface="Meiryo"/>
              <a:sym typeface="Meiryo"/>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 AI・センサー等を使う場合の倫理配慮【必須】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偏ったデータを集めていないか？必要以上の情報を集めていないか？センサーなどで誤認識が起きたときの対応を考えた？AIの出した答えについて検討する仕組みになっているか？等</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該当しない場合は「該当なし」と記載ください</a:t>
            </a:r>
            <a:endParaRPr b="0" i="0" sz="1400" u="none" cap="none" strike="noStrike">
              <a:solidFill>
                <a:srgbClr val="000000"/>
              </a:solidFill>
              <a:latin typeface="Meiryo"/>
              <a:ea typeface="Meiryo"/>
              <a:cs typeface="Meiryo"/>
              <a:sym typeface="Meiryo"/>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ja-JP" sz="1400" u="none" cap="none" strike="noStrike">
                <a:solidFill>
                  <a:srgbClr val="000000"/>
                </a:solidFill>
                <a:latin typeface="Meiryo"/>
                <a:ea typeface="Meiryo"/>
                <a:cs typeface="Meiryo"/>
                <a:sym typeface="Meiryo"/>
              </a:rPr>
              <a:t>利用者や社会にとって安心できる工夫【必須】</a:t>
            </a:r>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説明なしで不安が生まれない？誤操作しにくい設計？「監視されている」と感じさせない？等</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社会に悪い影響を与えないようになっているか？等</a:t>
            </a:r>
            <a:endParaRPr b="0" i="0" sz="1400" u="none" cap="none" strike="noStrike">
              <a:solidFill>
                <a:srgbClr val="000000"/>
              </a:solidFill>
              <a:latin typeface="Meiryo"/>
              <a:ea typeface="Meiryo"/>
              <a:cs typeface="Meiryo"/>
              <a:sym typeface="Meiryo"/>
            </a:endParaRPr>
          </a:p>
          <a:p>
            <a:pPr indent="-285750" lvl="0" marL="285750" marR="0" rtl="0" algn="l">
              <a:lnSpc>
                <a:spcPct val="100000"/>
              </a:lnSpc>
              <a:spcBef>
                <a:spcPts val="0"/>
              </a:spcBef>
              <a:spcAft>
                <a:spcPts val="0"/>
              </a:spcAft>
              <a:buClr>
                <a:srgbClr val="000000"/>
              </a:buClr>
              <a:buSzPts val="1400"/>
              <a:buFont typeface="Arial"/>
              <a:buChar char="•"/>
            </a:pPr>
            <a:r>
              <a:rPr b="0" i="0" lang="ja-JP" sz="1400" u="none" cap="none" strike="noStrike">
                <a:solidFill>
                  <a:srgbClr val="000000"/>
                </a:solidFill>
                <a:latin typeface="Meiryo"/>
                <a:ea typeface="Meiryo"/>
                <a:cs typeface="Meiryo"/>
                <a:sym typeface="Meiryo"/>
              </a:rPr>
              <a:t>該当しない場合は「該当なし」と記載ください</a:t>
            </a:r>
            <a:endParaRPr b="0" i="0" sz="1400" u="none" cap="none" strike="noStrike">
              <a:solidFill>
                <a:srgbClr val="000000"/>
              </a:solidFill>
              <a:latin typeface="Meiryo"/>
              <a:ea typeface="Meiryo"/>
              <a:cs typeface="Meiryo"/>
              <a:sym typeface="Meiryo"/>
            </a:endParaRPr>
          </a:p>
        </p:txBody>
      </p:sp>
      <p:sp>
        <p:nvSpPr>
          <p:cNvPr id="157" name="Google Shape;157;p26"/>
          <p:cNvSpPr txBox="1"/>
          <p:nvPr>
            <p:ph idx="12" type="sldNum"/>
          </p:nvPr>
        </p:nvSpPr>
        <p:spPr>
          <a:xfrm>
            <a:off x="3974306" y="71945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700"/>
              <a:buNone/>
            </a:pPr>
            <a:fld id="{00000000-1234-1234-1234-123412341234}" type="slidenum">
              <a:rPr lang="ja-JP"/>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ユーザー定義 2">
      <a:dk1>
        <a:srgbClr val="000000"/>
      </a:dk1>
      <a:lt1>
        <a:srgbClr val="FFFFFF"/>
      </a:lt1>
      <a:dk2>
        <a:srgbClr val="44546A"/>
      </a:dk2>
      <a:lt2>
        <a:srgbClr val="E7E6E6"/>
      </a:lt2>
      <a:accent1>
        <a:srgbClr val="FFC32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2023-02-27T05:57:48Z</dcterms:created>
  <dc:creator>雪田恵子</dc:creator>
</cp:coreProperties>
</file>